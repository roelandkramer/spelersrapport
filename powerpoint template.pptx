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1" dt="2026-02-10T13:48:19.52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modSld">
      <pc:chgData name="roeland kramer" userId="205d280fcba3cbd5" providerId="LiveId" clId="{AE241127-7682-4E2B-B120-8E8D17819845}" dt="2026-02-10T13:48:31.615" v="4" actId="1076"/>
      <pc:docMkLst>
        <pc:docMk/>
      </pc:docMkLst>
      <pc:sldChg chg="addSp modSp mod">
        <pc:chgData name="roeland kramer" userId="205d280fcba3cbd5" providerId="LiveId" clId="{AE241127-7682-4E2B-B120-8E8D17819845}" dt="2026-02-10T13:48:31.615" v="4" actId="1076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19" y="1569600"/>
            <a:ext cx="1318629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362719" y="2585783"/>
            <a:ext cx="1621596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3554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1780937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2" name="Rechthoek"/>
          <p:cNvSpPr/>
          <p:nvPr/>
        </p:nvSpPr>
        <p:spPr>
          <a:xfrm>
            <a:off x="5097220" y="126893"/>
            <a:ext cx="1160444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79177" y="6429483"/>
            <a:ext cx="2962656" cy="314553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62358" y="6433341"/>
            <a:ext cx="3059444" cy="313931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3A8EF7-C950-0C96-8049-02A3EC380F3E}"/>
              </a:ext>
            </a:extLst>
          </p:cNvPr>
          <p:cNvSpPr/>
          <p:nvPr/>
        </p:nvSpPr>
        <p:spPr>
          <a:xfrm>
            <a:off x="3542113" y="6400489"/>
            <a:ext cx="3099934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B6D7C-C33A-D242-6C97-5AB89E6195D7}"/>
              </a:ext>
            </a:extLst>
          </p:cNvPr>
          <p:cNvSpPr/>
          <p:nvPr/>
        </p:nvSpPr>
        <p:spPr>
          <a:xfrm>
            <a:off x="236198" y="6411841"/>
            <a:ext cx="3035808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20</cp:revision>
  <dcterms:modified xsi:type="dcterms:W3CDTF">2026-02-10T13:56:51Z</dcterms:modified>
</cp:coreProperties>
</file>