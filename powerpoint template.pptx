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 varScale="1">
        <p:scale>
          <a:sx n="53" d="100"/>
          <a:sy n="53" d="100"/>
        </p:scale>
        <p:origin x="109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20" y="1569600"/>
            <a:ext cx="1784880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720200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3773984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19" y="5115016"/>
            <a:ext cx="36752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3034310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5973" y="6207770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38371" y="6212291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Rechte verbindingslijn 6">
            <a:extLst>
              <a:ext uri="{FF2B5EF4-FFF2-40B4-BE49-F238E27FC236}">
                <a16:creationId xmlns:a16="http://schemas.microsoft.com/office/drawing/2014/main" id="{BB3921B5-1062-934A-9741-17E6263E6886}"/>
              </a:ext>
            </a:extLst>
          </p:cNvPr>
          <p:cNvSpPr/>
          <p:nvPr/>
        </p:nvSpPr>
        <p:spPr>
          <a:xfrm>
            <a:off x="342219" y="4521891"/>
            <a:ext cx="6173562" cy="1"/>
          </a:xfrm>
          <a:prstGeom prst="line">
            <a:avLst/>
          </a:prstGeom>
          <a:ln w="1270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74201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2168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30</cp:revision>
  <dcterms:modified xsi:type="dcterms:W3CDTF">2026-02-11T22:35:52Z</dcterms:modified>
</cp:coreProperties>
</file>