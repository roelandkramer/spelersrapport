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00" d="100"/>
          <a:sy n="100" d="100"/>
        </p:scale>
        <p:origin x="294" y="-1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Rechte verbindingslijn 6">
            <a:extLst>
              <a:ext uri="{FF2B5EF4-FFF2-40B4-BE49-F238E27FC236}">
                <a16:creationId xmlns:a16="http://schemas.microsoft.com/office/drawing/2014/main" id="{A23C5B04-6DAC-0EC1-08D4-63C00CCB1815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" name="TextBox 72">
            <a:extLst>
              <a:ext uri="{FF2B5EF4-FFF2-40B4-BE49-F238E27FC236}">
                <a16:creationId xmlns:a16="http://schemas.microsoft.com/office/drawing/2014/main" id="{06D2ADCC-DB12-998A-F693-AD240609E0BB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</a:p>
        </p:txBody>
      </p:sp>
      <p:sp>
        <p:nvSpPr>
          <p:cNvPr id="13" name="TextBox 72">
            <a:extLst>
              <a:ext uri="{FF2B5EF4-FFF2-40B4-BE49-F238E27FC236}">
                <a16:creationId xmlns:a16="http://schemas.microsoft.com/office/drawing/2014/main" id="{7DE77425-E702-EC58-C155-A0740A2F1639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4" name="TextBox 72">
            <a:extLst>
              <a:ext uri="{FF2B5EF4-FFF2-40B4-BE49-F238E27FC236}">
                <a16:creationId xmlns:a16="http://schemas.microsoft.com/office/drawing/2014/main" id="{32DF8666-D1B4-CD0B-C7D8-B88FF80B5AB2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(2022/2023)</a:t>
            </a:r>
          </a:p>
        </p:txBody>
      </p:sp>
      <p:pic>
        <p:nvPicPr>
          <p:cNvPr id="31" name="Afbeelding 47" descr="Afbeelding 47">
            <a:extLst>
              <a:ext uri="{FF2B5EF4-FFF2-40B4-BE49-F238E27FC236}">
                <a16:creationId xmlns:a16="http://schemas.microsoft.com/office/drawing/2014/main" id="{6526D066-9B91-00EC-0B0E-EF1A19E38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TextBox 73">
            <a:extLst>
              <a:ext uri="{FF2B5EF4-FFF2-40B4-BE49-F238E27FC236}">
                <a16:creationId xmlns:a16="http://schemas.microsoft.com/office/drawing/2014/main" id="{4E8D4BBB-CD3C-A8E8-FCFF-377DE27583B8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33" name="TextBox 74">
            <a:extLst>
              <a:ext uri="{FF2B5EF4-FFF2-40B4-BE49-F238E27FC236}">
                <a16:creationId xmlns:a16="http://schemas.microsoft.com/office/drawing/2014/main" id="{BBB713D0-BAE5-82DD-D841-7DCC6F996928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34" name="TextBox 75">
            <a:extLst>
              <a:ext uri="{FF2B5EF4-FFF2-40B4-BE49-F238E27FC236}">
                <a16:creationId xmlns:a16="http://schemas.microsoft.com/office/drawing/2014/main" id="{98926A7D-E11D-4A2E-B8F5-21C628F82E52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35" name="TextBox 76">
            <a:extLst>
              <a:ext uri="{FF2B5EF4-FFF2-40B4-BE49-F238E27FC236}">
                <a16:creationId xmlns:a16="http://schemas.microsoft.com/office/drawing/2014/main" id="{DF909042-067C-83F0-41A9-F6F568B5D3C9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  <p:sp>
        <p:nvSpPr>
          <p:cNvPr id="36" name="TextBox 73">
            <a:extLst>
              <a:ext uri="{FF2B5EF4-FFF2-40B4-BE49-F238E27FC236}">
                <a16:creationId xmlns:a16="http://schemas.microsoft.com/office/drawing/2014/main" id="{1D943C90-0A0D-5AEE-FD32-C472C13C4E6E}"/>
              </a:ext>
            </a:extLst>
          </p:cNvPr>
          <p:cNvSpPr txBox="1"/>
          <p:nvPr/>
        </p:nvSpPr>
        <p:spPr>
          <a:xfrm>
            <a:off x="3194210" y="471624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{{G23/24}}</a:t>
            </a:r>
          </a:p>
          <a:p>
            <a:endParaRPr/>
          </a:p>
        </p:txBody>
      </p:sp>
      <p:sp>
        <p:nvSpPr>
          <p:cNvPr id="37" name="TextBox 74">
            <a:extLst>
              <a:ext uri="{FF2B5EF4-FFF2-40B4-BE49-F238E27FC236}">
                <a16:creationId xmlns:a16="http://schemas.microsoft.com/office/drawing/2014/main" id="{122C9079-3B49-943B-C654-FE9BA52B87C0}"/>
              </a:ext>
            </a:extLst>
          </p:cNvPr>
          <p:cNvSpPr txBox="1"/>
          <p:nvPr/>
        </p:nvSpPr>
        <p:spPr>
          <a:xfrm>
            <a:off x="4105011" y="471624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{{G23/24}}</a:t>
            </a:r>
          </a:p>
          <a:p>
            <a:endParaRPr/>
          </a:p>
        </p:txBody>
      </p:sp>
      <p:sp>
        <p:nvSpPr>
          <p:cNvPr id="38" name="TextBox 75">
            <a:extLst>
              <a:ext uri="{FF2B5EF4-FFF2-40B4-BE49-F238E27FC236}">
                <a16:creationId xmlns:a16="http://schemas.microsoft.com/office/drawing/2014/main" id="{0DF7A233-D532-35F6-43F9-AC9D9702F216}"/>
              </a:ext>
            </a:extLst>
          </p:cNvPr>
          <p:cNvSpPr txBox="1"/>
          <p:nvPr/>
        </p:nvSpPr>
        <p:spPr>
          <a:xfrm>
            <a:off x="5022115" y="4716249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{{GO23/24}}</a:t>
            </a:r>
          </a:p>
          <a:p>
            <a:endParaRPr/>
          </a:p>
        </p:txBody>
      </p:sp>
      <p:sp>
        <p:nvSpPr>
          <p:cNvPr id="39" name="TextBox 76">
            <a:extLst>
              <a:ext uri="{FF2B5EF4-FFF2-40B4-BE49-F238E27FC236}">
                <a16:creationId xmlns:a16="http://schemas.microsoft.com/office/drawing/2014/main" id="{DC1E359B-CEC8-5103-7FE0-6A705AC5D119}"/>
              </a:ext>
            </a:extLst>
          </p:cNvPr>
          <p:cNvSpPr txBox="1"/>
          <p:nvPr/>
        </p:nvSpPr>
        <p:spPr>
          <a:xfrm>
            <a:off x="5956623" y="4716249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{{A23/24}}</a:t>
            </a:r>
          </a:p>
          <a:p>
            <a:endParaRPr/>
          </a:p>
        </p:txBody>
      </p:sp>
      <p:sp>
        <p:nvSpPr>
          <p:cNvPr id="40" name="TextBox 73">
            <a:extLst>
              <a:ext uri="{FF2B5EF4-FFF2-40B4-BE49-F238E27FC236}">
                <a16:creationId xmlns:a16="http://schemas.microsoft.com/office/drawing/2014/main" id="{FE365C3A-F312-EDC5-3058-47EE10D5EB87}"/>
              </a:ext>
            </a:extLst>
          </p:cNvPr>
          <p:cNvSpPr txBox="1"/>
          <p:nvPr/>
        </p:nvSpPr>
        <p:spPr>
          <a:xfrm>
            <a:off x="3194210" y="5028809"/>
            <a:ext cx="755972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{{G22/23}}</a:t>
            </a:r>
          </a:p>
        </p:txBody>
      </p:sp>
      <p:sp>
        <p:nvSpPr>
          <p:cNvPr id="41" name="TextBox 74">
            <a:extLst>
              <a:ext uri="{FF2B5EF4-FFF2-40B4-BE49-F238E27FC236}">
                <a16:creationId xmlns:a16="http://schemas.microsoft.com/office/drawing/2014/main" id="{4930AC89-81CA-566A-B2BD-F5118C00FE3D}"/>
              </a:ext>
            </a:extLst>
          </p:cNvPr>
          <p:cNvSpPr txBox="1"/>
          <p:nvPr/>
        </p:nvSpPr>
        <p:spPr>
          <a:xfrm>
            <a:off x="4105011" y="502880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{{G22/23}}</a:t>
            </a:r>
          </a:p>
          <a:p>
            <a:endParaRPr/>
          </a:p>
        </p:txBody>
      </p:sp>
      <p:sp>
        <p:nvSpPr>
          <p:cNvPr id="42" name="TextBox 75">
            <a:extLst>
              <a:ext uri="{FF2B5EF4-FFF2-40B4-BE49-F238E27FC236}">
                <a16:creationId xmlns:a16="http://schemas.microsoft.com/office/drawing/2014/main" id="{ABCD3AC6-7BCB-81CE-1834-8EB7126E9105}"/>
              </a:ext>
            </a:extLst>
          </p:cNvPr>
          <p:cNvSpPr txBox="1"/>
          <p:nvPr/>
        </p:nvSpPr>
        <p:spPr>
          <a:xfrm>
            <a:off x="5022115" y="5028809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{{GO22/23}}</a:t>
            </a:r>
          </a:p>
          <a:p>
            <a:endParaRPr/>
          </a:p>
        </p:txBody>
      </p:sp>
      <p:sp>
        <p:nvSpPr>
          <p:cNvPr id="43" name="TextBox 76">
            <a:extLst>
              <a:ext uri="{FF2B5EF4-FFF2-40B4-BE49-F238E27FC236}">
                <a16:creationId xmlns:a16="http://schemas.microsoft.com/office/drawing/2014/main" id="{83791589-56D9-0F0E-DEE0-3189C7FF6F5D}"/>
              </a:ext>
            </a:extLst>
          </p:cNvPr>
          <p:cNvSpPr txBox="1"/>
          <p:nvPr/>
        </p:nvSpPr>
        <p:spPr>
          <a:xfrm>
            <a:off x="5956623" y="5028809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{{A22/23}}</a:t>
            </a:r>
          </a:p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2286</TotalTime>
  <Words>185</Words>
  <Application>Microsoft Office PowerPoint</Application>
  <PresentationFormat>A4 Paper (210x297 mm)</PresentationFormat>
  <Paragraphs>78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33</cp:revision>
  <dcterms:modified xsi:type="dcterms:W3CDTF">2026-02-12T13:36:30Z</dcterms:modified>
</cp:coreProperties>
</file>