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2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" name="Shape 15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Aptos"/>
      </a:defRPr>
    </a:lvl1pPr>
    <a:lvl2pPr indent="228600" defTabSz="457200" latinLnBrk="0">
      <a:defRPr sz="1200">
        <a:latin typeface="+mn-lt"/>
        <a:ea typeface="+mn-ea"/>
        <a:cs typeface="+mn-cs"/>
        <a:sym typeface="Aptos"/>
      </a:defRPr>
    </a:lvl2pPr>
    <a:lvl3pPr indent="457200" defTabSz="457200" latinLnBrk="0">
      <a:defRPr sz="1200">
        <a:latin typeface="+mn-lt"/>
        <a:ea typeface="+mn-ea"/>
        <a:cs typeface="+mn-cs"/>
        <a:sym typeface="Aptos"/>
      </a:defRPr>
    </a:lvl3pPr>
    <a:lvl4pPr indent="685800" defTabSz="457200" latinLnBrk="0">
      <a:defRPr sz="1200">
        <a:latin typeface="+mn-lt"/>
        <a:ea typeface="+mn-ea"/>
        <a:cs typeface="+mn-cs"/>
        <a:sym typeface="Aptos"/>
      </a:defRPr>
    </a:lvl4pPr>
    <a:lvl5pPr indent="914400" defTabSz="457200" latinLnBrk="0">
      <a:defRPr sz="1200">
        <a:latin typeface="+mn-lt"/>
        <a:ea typeface="+mn-ea"/>
        <a:cs typeface="+mn-cs"/>
        <a:sym typeface="Aptos"/>
      </a:defRPr>
    </a:lvl5pPr>
    <a:lvl6pPr indent="1143000" defTabSz="457200" latinLnBrk="0">
      <a:defRPr sz="1200">
        <a:latin typeface="+mn-lt"/>
        <a:ea typeface="+mn-ea"/>
        <a:cs typeface="+mn-cs"/>
        <a:sym typeface="Aptos"/>
      </a:defRPr>
    </a:lvl6pPr>
    <a:lvl7pPr indent="1371600" defTabSz="457200" latinLnBrk="0">
      <a:defRPr sz="1200">
        <a:latin typeface="+mn-lt"/>
        <a:ea typeface="+mn-ea"/>
        <a:cs typeface="+mn-cs"/>
        <a:sym typeface="Aptos"/>
      </a:defRPr>
    </a:lvl7pPr>
    <a:lvl8pPr indent="1600200" defTabSz="457200" latinLnBrk="0">
      <a:defRPr sz="1200">
        <a:latin typeface="+mn-lt"/>
        <a:ea typeface="+mn-ea"/>
        <a:cs typeface="+mn-cs"/>
        <a:sym typeface="Aptos"/>
      </a:defRPr>
    </a:lvl8pPr>
    <a:lvl9pPr indent="1828800" defTabSz="4572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k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Titeltekst</a:t>
            </a:r>
          </a:p>
        </p:txBody>
      </p:sp>
      <p:sp>
        <p:nvSpPr>
          <p:cNvPr id="21" name="Hoofdtekst - niveau éé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22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kst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6" cy="412062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Titeltekst</a:t>
            </a:r>
          </a:p>
        </p:txBody>
      </p:sp>
      <p:sp>
        <p:nvSpPr>
          <p:cNvPr id="30" name="Hoofdtekst - niveau één…"/>
          <p:cNvSpPr txBox="1">
            <a:spLocks noGrp="1"/>
          </p:cNvSpPr>
          <p:nvPr>
            <p:ph type="body" sz="quarter" idx="1"/>
          </p:nvPr>
        </p:nvSpPr>
        <p:spPr>
          <a:xfrm>
            <a:off x="467916" y="6629226"/>
            <a:ext cx="5915026" cy="21669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757575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757575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757575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757575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757575"/>
                </a:solidFill>
              </a:defRPr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31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k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Titeltekst</a:t>
            </a:r>
          </a:p>
        </p:txBody>
      </p:sp>
      <p:sp>
        <p:nvSpPr>
          <p:cNvPr id="39" name="Hoofdtekst - niveau één…"/>
          <p:cNvSpPr txBox="1">
            <a:spLocks noGrp="1"/>
          </p:cNvSpPr>
          <p:nvPr>
            <p:ph type="body" sz="half" idx="1"/>
          </p:nvPr>
        </p:nvSpPr>
        <p:spPr>
          <a:xfrm>
            <a:off x="471487" y="2637014"/>
            <a:ext cx="2914651" cy="6285267"/>
          </a:xfrm>
          <a:prstGeom prst="rect">
            <a:avLst/>
          </a:prstGeom>
        </p:spPr>
        <p:txBody>
          <a:bodyPr/>
          <a:lstStyle/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40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tekst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6" cy="1914702"/>
          </a:xfrm>
          <a:prstGeom prst="rect">
            <a:avLst/>
          </a:prstGeom>
        </p:spPr>
        <p:txBody>
          <a:bodyPr/>
          <a:lstStyle/>
          <a:p>
            <a:r>
              <a:t>Titeltekst</a:t>
            </a:r>
          </a:p>
        </p:txBody>
      </p:sp>
      <p:sp>
        <p:nvSpPr>
          <p:cNvPr id="48" name="Hoofdtekst - niveau één…"/>
          <p:cNvSpPr txBox="1">
            <a:spLocks noGrp="1"/>
          </p:cNvSpPr>
          <p:nvPr>
            <p:ph type="body" sz="quarter" idx="1"/>
          </p:nvPr>
        </p:nvSpPr>
        <p:spPr>
          <a:xfrm>
            <a:off x="472381" y="2428346"/>
            <a:ext cx="2901256" cy="1190096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800" b="1"/>
            </a:lvl1pPr>
            <a:lvl2pPr marL="0" indent="342900">
              <a:buSzTx/>
              <a:buFontTx/>
              <a:buNone/>
              <a:defRPr sz="1800" b="1"/>
            </a:lvl2pPr>
            <a:lvl3pPr marL="0" indent="685800">
              <a:buSzTx/>
              <a:buFontTx/>
              <a:buNone/>
              <a:defRPr sz="1800" b="1"/>
            </a:lvl3pPr>
            <a:lvl4pPr marL="0" indent="1028700">
              <a:buSzTx/>
              <a:buFontTx/>
              <a:buNone/>
              <a:defRPr sz="1800" b="1"/>
            </a:lvl4pPr>
            <a:lvl5pPr marL="0" indent="1371600">
              <a:buSzTx/>
              <a:buFontTx/>
              <a:buNone/>
              <a:defRPr sz="1800" b="1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3471862" y="2428346"/>
            <a:ext cx="2915544" cy="1190096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1800" b="1"/>
            </a:pPr>
            <a:endParaRPr/>
          </a:p>
        </p:txBody>
      </p:sp>
      <p:sp>
        <p:nvSpPr>
          <p:cNvPr id="50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tek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Titeltekst</a:t>
            </a:r>
          </a:p>
        </p:txBody>
      </p:sp>
      <p:sp>
        <p:nvSpPr>
          <p:cNvPr id="58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kst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Titeltekst</a:t>
            </a:r>
          </a:p>
        </p:txBody>
      </p:sp>
      <p:sp>
        <p:nvSpPr>
          <p:cNvPr id="73" name="Hoofdtekst - niveau één…"/>
          <p:cNvSpPr txBox="1">
            <a:spLocks noGrp="1"/>
          </p:cNvSpPr>
          <p:nvPr>
            <p:ph type="body" sz="half" idx="1"/>
          </p:nvPr>
        </p:nvSpPr>
        <p:spPr>
          <a:xfrm>
            <a:off x="2915542" y="1426282"/>
            <a:ext cx="3471864" cy="703968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38842" indent="-195942">
              <a:defRPr sz="2400"/>
            </a:lvl2pPr>
            <a:lvl3pPr marL="914400" indent="-228600">
              <a:defRPr sz="2400"/>
            </a:lvl3pPr>
            <a:lvl4pPr marL="1303019" indent="-274319">
              <a:defRPr sz="2400"/>
            </a:lvl4pPr>
            <a:lvl5pPr marL="1645920" indent="-274320">
              <a:defRPr sz="24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72381" y="2971800"/>
            <a:ext cx="2211884" cy="550562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200"/>
            </a:pPr>
            <a:endParaRPr/>
          </a:p>
        </p:txBody>
      </p:sp>
      <p:sp>
        <p:nvSpPr>
          <p:cNvPr id="75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kst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Titeltekst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915542" y="1426282"/>
            <a:ext cx="3471864" cy="703968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Hoofdtekst - niveau één…"/>
          <p:cNvSpPr txBox="1">
            <a:spLocks noGrp="1"/>
          </p:cNvSpPr>
          <p:nvPr>
            <p:ph type="body" sz="quarter" idx="1"/>
          </p:nvPr>
        </p:nvSpPr>
        <p:spPr>
          <a:xfrm>
            <a:off x="472381" y="2971800"/>
            <a:ext cx="2211884" cy="550562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200"/>
            </a:lvl1pPr>
            <a:lvl2pPr marL="0" indent="342900">
              <a:buSzTx/>
              <a:buFontTx/>
              <a:buNone/>
              <a:defRPr sz="1200"/>
            </a:lvl2pPr>
            <a:lvl3pPr marL="0" indent="685800">
              <a:buSzTx/>
              <a:buFontTx/>
              <a:buNone/>
              <a:defRPr sz="1200"/>
            </a:lvl3pPr>
            <a:lvl4pPr marL="0" indent="1028700">
              <a:buSzTx/>
              <a:buFontTx/>
              <a:buNone/>
              <a:defRPr sz="1200"/>
            </a:lvl4pPr>
            <a:lvl5pPr marL="0" indent="1371600">
              <a:buSzTx/>
              <a:buFontTx/>
              <a:buNone/>
              <a:defRPr sz="1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85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dia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Afbeelding 10" descr="Afbeelding 10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74315" y="3684932"/>
            <a:ext cx="7147323" cy="6582205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Afbeelding" descr="Afbeel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339" y="-22389"/>
            <a:ext cx="3218490" cy="3242597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Afbeelding" descr="Afbeeld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86" y="330461"/>
            <a:ext cx="3235551" cy="425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Afbeelding 9" descr="Afbeelding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18376"/>
            <a:ext cx="6858000" cy="1877886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Afbeelding 12" descr="Afbeelding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83101"/>
            <a:ext cx="6858000" cy="4327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Afbeelding 13" descr="Afbeelding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291418"/>
            <a:ext cx="6858000" cy="430004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Afbeelding 3" descr="Afbeelding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599" y="227259"/>
            <a:ext cx="4728160" cy="62349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Afbeelding 28" descr="Afbeelding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9" y="1019608"/>
            <a:ext cx="445478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Afbeelding 29" descr="Afbeelding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7" y="3329725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Afbeelding 34" descr="Afbeelding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7" y="7710989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Afbeelding 43" descr="Afbeelding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7" y="6630836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Afbeelding 45" descr="Afbeelding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7" y="5575279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Afbeelding 47" descr="Afbeelding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6037" y="5575279"/>
            <a:ext cx="445478" cy="392863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kstvak 58"/>
          <p:cNvSpPr txBox="1"/>
          <p:nvPr/>
        </p:nvSpPr>
        <p:spPr>
          <a:xfrm>
            <a:off x="274317" y="1567967"/>
            <a:ext cx="1549793" cy="151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NATIONALITY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DATE OF BIRTH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HEIGHT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CURRENT CLUB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CONTRACT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EU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AGENT</a:t>
            </a:r>
          </a:p>
        </p:txBody>
      </p:sp>
      <p:sp>
        <p:nvSpPr>
          <p:cNvPr id="106" name="Tekstvak 59"/>
          <p:cNvSpPr txBox="1"/>
          <p:nvPr/>
        </p:nvSpPr>
        <p:spPr>
          <a:xfrm>
            <a:off x="3432221" y="2585783"/>
            <a:ext cx="186338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PREFERRED FOOT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MAIN POSITION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SECONDARY POSITION</a:t>
            </a:r>
          </a:p>
        </p:txBody>
      </p:sp>
      <p:sp>
        <p:nvSpPr>
          <p:cNvPr id="107" name="Tekstvak 8"/>
          <p:cNvSpPr txBox="1"/>
          <p:nvPr/>
        </p:nvSpPr>
        <p:spPr>
          <a:xfrm>
            <a:off x="274318" y="3818868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TEAM</a:t>
            </a:r>
          </a:p>
        </p:txBody>
      </p:sp>
      <p:sp>
        <p:nvSpPr>
          <p:cNvPr id="108" name="Tekstvak 11"/>
          <p:cNvSpPr txBox="1"/>
          <p:nvPr/>
        </p:nvSpPr>
        <p:spPr>
          <a:xfrm>
            <a:off x="3090670" y="3827914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GAMES</a:t>
            </a:r>
          </a:p>
        </p:txBody>
      </p:sp>
      <p:sp>
        <p:nvSpPr>
          <p:cNvPr id="109" name="Tekstvak 14"/>
          <p:cNvSpPr txBox="1"/>
          <p:nvPr/>
        </p:nvSpPr>
        <p:spPr>
          <a:xfrm>
            <a:off x="4000860" y="3826800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MINUTES</a:t>
            </a:r>
          </a:p>
        </p:txBody>
      </p:sp>
      <p:sp>
        <p:nvSpPr>
          <p:cNvPr id="110" name="Tekstvak 15"/>
          <p:cNvSpPr txBox="1"/>
          <p:nvPr/>
        </p:nvSpPr>
        <p:spPr>
          <a:xfrm>
            <a:off x="4969765" y="3826800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GOALS</a:t>
            </a:r>
          </a:p>
        </p:txBody>
      </p:sp>
      <p:sp>
        <p:nvSpPr>
          <p:cNvPr id="111" name="Tekstvak 17"/>
          <p:cNvSpPr txBox="1"/>
          <p:nvPr/>
        </p:nvSpPr>
        <p:spPr>
          <a:xfrm>
            <a:off x="5850335" y="3824754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ASSISTS</a:t>
            </a:r>
          </a:p>
        </p:txBody>
      </p:sp>
      <p:pic>
        <p:nvPicPr>
          <p:cNvPr id="112" name="Afbeelding 13" descr="Afbeelding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291418"/>
            <a:ext cx="6858000" cy="4300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Afbeelding 29" descr="Afbeelding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7" y="3329725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Afbeelding 34" descr="Afbeelding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7" y="7710989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Afbeelding 40" descr="Afbeelding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560459"/>
            <a:ext cx="6858000" cy="4327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Afbeelding 43" descr="Afbeelding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7" y="6630836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Afbeelding 45" descr="Afbeelding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7" y="5575279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Afbeelding 47" descr="Afbeelding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6037" y="5575279"/>
            <a:ext cx="445478" cy="392863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extBox 28"/>
          <p:cNvSpPr txBox="1"/>
          <p:nvPr/>
        </p:nvSpPr>
        <p:spPr>
          <a:xfrm>
            <a:off x="318080" y="5607511"/>
            <a:ext cx="828295" cy="361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9143" tIns="9143" rIns="9143" bIns="9143" anchor="ctr">
            <a:spAutoFit/>
          </a:bodyPr>
          <a:lstStyle>
            <a:lvl1pPr defTabSz="91439">
              <a:defRPr sz="2000" cap="all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#DATA</a:t>
            </a:r>
          </a:p>
        </p:txBody>
      </p:sp>
      <p:sp>
        <p:nvSpPr>
          <p:cNvPr id="120" name="TextBox 28"/>
          <p:cNvSpPr txBox="1"/>
          <p:nvPr/>
        </p:nvSpPr>
        <p:spPr>
          <a:xfrm>
            <a:off x="605758" y="3329106"/>
            <a:ext cx="1817625" cy="361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9143" tIns="9143" rIns="9143" bIns="9143" anchor="ctr">
            <a:spAutoFit/>
          </a:bodyPr>
          <a:lstStyle>
            <a:lvl1pPr defTabSz="91439">
              <a:defRPr sz="20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#STATISTIEKEN</a:t>
            </a:r>
          </a:p>
        </p:txBody>
      </p:sp>
      <p:pic>
        <p:nvPicPr>
          <p:cNvPr id="121" name="market-research-analysis-icon-wit.png" descr="market-research-analysis-icon-wi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327" y="3392068"/>
            <a:ext cx="245699" cy="2265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Afbeelding 20" descr="Afbeelding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496935"/>
            <a:ext cx="6858000" cy="69121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Afbeelding 20" descr="Afbeelding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496935"/>
            <a:ext cx="6858000" cy="6912129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dia kop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Afbeelding 18" descr="Afbeelding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1631"/>
            <a:ext cx="6858000" cy="275674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Rechthoek"/>
          <p:cNvSpPr/>
          <p:nvPr/>
        </p:nvSpPr>
        <p:spPr>
          <a:xfrm>
            <a:off x="-66675" y="1114237"/>
            <a:ext cx="3398093" cy="2811526"/>
          </a:xfrm>
          <a:prstGeom prst="rect">
            <a:avLst/>
          </a:prstGeom>
          <a:solidFill>
            <a:srgbClr val="FFFFFF">
              <a:alpha val="5972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3" name="Rechthoek"/>
          <p:cNvSpPr/>
          <p:nvPr/>
        </p:nvSpPr>
        <p:spPr>
          <a:xfrm>
            <a:off x="-66675" y="4006850"/>
            <a:ext cx="3398093" cy="6156288"/>
          </a:xfrm>
          <a:prstGeom prst="rect">
            <a:avLst/>
          </a:prstGeom>
          <a:solidFill>
            <a:srgbClr val="FFFFFF">
              <a:alpha val="59581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134" name="Afbeelding" descr="Afbeel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339" y="-22389"/>
            <a:ext cx="3218490" cy="32425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Afbeelding" descr="Afbeeld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86" y="330461"/>
            <a:ext cx="3235551" cy="425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Afbeelding 15" descr="Afbeelding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6873"/>
            <a:ext cx="6858000" cy="2756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Afbeelding 20" descr="Afbeelding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9256"/>
            <a:ext cx="6858000" cy="2756744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Rechthoek 21"/>
          <p:cNvSpPr/>
          <p:nvPr/>
        </p:nvSpPr>
        <p:spPr>
          <a:xfrm>
            <a:off x="0" y="968562"/>
            <a:ext cx="6858000" cy="328016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9" name="Rechthoek 22"/>
          <p:cNvSpPr/>
          <p:nvPr/>
        </p:nvSpPr>
        <p:spPr>
          <a:xfrm>
            <a:off x="0" y="3728261"/>
            <a:ext cx="6858000" cy="328016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0" name="Rechthoek 23"/>
          <p:cNvSpPr/>
          <p:nvPr/>
        </p:nvSpPr>
        <p:spPr>
          <a:xfrm>
            <a:off x="0" y="6821241"/>
            <a:ext cx="6858000" cy="328016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41" name="Afbeelding 3" descr="Afbeelding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99" y="227259"/>
            <a:ext cx="4728160" cy="623496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Tekstvak 28"/>
          <p:cNvSpPr txBox="1"/>
          <p:nvPr/>
        </p:nvSpPr>
        <p:spPr>
          <a:xfrm>
            <a:off x="274319" y="995634"/>
            <a:ext cx="386791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 spc="6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STATISTICAL PROFILE</a:t>
            </a:r>
          </a:p>
        </p:txBody>
      </p:sp>
      <p:sp>
        <p:nvSpPr>
          <p:cNvPr id="143" name="Tekstvak 29"/>
          <p:cNvSpPr txBox="1"/>
          <p:nvPr/>
        </p:nvSpPr>
        <p:spPr>
          <a:xfrm>
            <a:off x="293779" y="3750885"/>
            <a:ext cx="399164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 spc="6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PLAYER PERFORMANCE</a:t>
            </a:r>
          </a:p>
        </p:txBody>
      </p:sp>
      <p:sp>
        <p:nvSpPr>
          <p:cNvPr id="144" name="Tekstvak 30"/>
          <p:cNvSpPr txBox="1"/>
          <p:nvPr/>
        </p:nvSpPr>
        <p:spPr>
          <a:xfrm>
            <a:off x="274318" y="6833474"/>
            <a:ext cx="386791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 spc="6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PLAYING STYLE</a:t>
            </a:r>
          </a:p>
        </p:txBody>
      </p:sp>
      <p:sp>
        <p:nvSpPr>
          <p:cNvPr id="145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8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kst"/>
          <p:cNvSpPr txBox="1">
            <a:spLocks noGrp="1"/>
          </p:cNvSpPr>
          <p:nvPr>
            <p:ph type="title"/>
          </p:nvPr>
        </p:nvSpPr>
        <p:spPr>
          <a:xfrm>
            <a:off x="471487" y="527405"/>
            <a:ext cx="5915026" cy="19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Titeltekst</a:t>
            </a:r>
          </a:p>
        </p:txBody>
      </p:sp>
      <p:sp>
        <p:nvSpPr>
          <p:cNvPr id="3" name="Hoofdtekst - niveau één…"/>
          <p:cNvSpPr txBox="1">
            <a:spLocks noGrp="1"/>
          </p:cNvSpPr>
          <p:nvPr>
            <p:ph type="body" idx="1"/>
          </p:nvPr>
        </p:nvSpPr>
        <p:spPr>
          <a:xfrm>
            <a:off x="471487" y="2637014"/>
            <a:ext cx="5915026" cy="6285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4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6155236" y="9329528"/>
            <a:ext cx="231277" cy="231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3056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16485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19914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23343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26772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30201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tif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Afbeelding 12" descr="Afbeelding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101"/>
            <a:ext cx="6858000" cy="4327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Afbeelding 3" descr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227259"/>
            <a:ext cx="4728160" cy="6234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Afbeelding 28" descr="Afbeelding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7" y="1917826"/>
            <a:ext cx="449142" cy="396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Afbeelding 29" descr="Afbeelding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7" y="3329725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Afbeelding 45" descr="Afbeelding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14" y="5575279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Afbeelding 47" descr="Afbeelding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037" y="5575279"/>
            <a:ext cx="445478" cy="392863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kstvak 58"/>
          <p:cNvSpPr txBox="1"/>
          <p:nvPr/>
        </p:nvSpPr>
        <p:spPr>
          <a:xfrm>
            <a:off x="274317" y="1567967"/>
            <a:ext cx="1549793" cy="151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NATIONALITY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DATE OF BIRTH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HEIGHT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CURRENT CLUB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CONTRACT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EU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AGENT</a:t>
            </a:r>
          </a:p>
        </p:txBody>
      </p:sp>
      <p:sp>
        <p:nvSpPr>
          <p:cNvPr id="163" name="Rechte verbindingslijn 6"/>
          <p:cNvSpPr/>
          <p:nvPr/>
        </p:nvSpPr>
        <p:spPr>
          <a:xfrm>
            <a:off x="2836461" y="3794464"/>
            <a:ext cx="1" cy="617484"/>
          </a:xfrm>
          <a:prstGeom prst="line">
            <a:avLst/>
          </a:prstGeom>
          <a:ln w="19050">
            <a:solidFill>
              <a:srgbClr val="17388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Tekstvak 8"/>
          <p:cNvSpPr txBox="1"/>
          <p:nvPr/>
        </p:nvSpPr>
        <p:spPr>
          <a:xfrm>
            <a:off x="274318" y="3818868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TEAM</a:t>
            </a:r>
          </a:p>
        </p:txBody>
      </p:sp>
      <p:sp>
        <p:nvSpPr>
          <p:cNvPr id="165" name="Tekstvak 11"/>
          <p:cNvSpPr txBox="1"/>
          <p:nvPr/>
        </p:nvSpPr>
        <p:spPr>
          <a:xfrm>
            <a:off x="3090670" y="3827914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GAMES</a:t>
            </a:r>
          </a:p>
        </p:txBody>
      </p:sp>
      <p:sp>
        <p:nvSpPr>
          <p:cNvPr id="166" name="Tekstvak 14"/>
          <p:cNvSpPr txBox="1"/>
          <p:nvPr/>
        </p:nvSpPr>
        <p:spPr>
          <a:xfrm>
            <a:off x="4000860" y="3826800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MINUTES</a:t>
            </a:r>
          </a:p>
        </p:txBody>
      </p:sp>
      <p:sp>
        <p:nvSpPr>
          <p:cNvPr id="167" name="Tekstvak 15"/>
          <p:cNvSpPr txBox="1"/>
          <p:nvPr/>
        </p:nvSpPr>
        <p:spPr>
          <a:xfrm>
            <a:off x="4969765" y="3826800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GOALS</a:t>
            </a:r>
          </a:p>
        </p:txBody>
      </p:sp>
      <p:sp>
        <p:nvSpPr>
          <p:cNvPr id="168" name="Tekstvak 17"/>
          <p:cNvSpPr txBox="1"/>
          <p:nvPr/>
        </p:nvSpPr>
        <p:spPr>
          <a:xfrm>
            <a:off x="5850335" y="3824754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ASSISTS</a:t>
            </a:r>
          </a:p>
        </p:txBody>
      </p:sp>
      <p:sp>
        <p:nvSpPr>
          <p:cNvPr id="169" name="TextBox 69"/>
          <p:cNvSpPr txBox="1"/>
          <p:nvPr/>
        </p:nvSpPr>
        <p:spPr>
          <a:xfrm>
            <a:off x="1644119" y="1569600"/>
            <a:ext cx="1318629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{{NATIONALITY}}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{{BIRTH_DATE}}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{{HEIGHT_M}} m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FC DEN BOSCH</a:t>
            </a:r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{{CONTRACT}}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{{IS_EU}}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{{AGENT}}</a:t>
            </a:r>
            <a:endParaRPr/>
          </a:p>
        </p:txBody>
      </p:sp>
      <p:sp>
        <p:nvSpPr>
          <p:cNvPr id="170" name="TextBox 71"/>
          <p:cNvSpPr txBox="1"/>
          <p:nvPr/>
        </p:nvSpPr>
        <p:spPr>
          <a:xfrm>
            <a:off x="5362719" y="2585783"/>
            <a:ext cx="162159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{{PREFERRED_FOOT}}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{{MAIN_POSITION}}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{{SEC_POSITION}}</a:t>
            </a:r>
            <a:endParaRPr/>
          </a:p>
        </p:txBody>
      </p:sp>
      <p:sp>
        <p:nvSpPr>
          <p:cNvPr id="171" name="TextBox 72"/>
          <p:cNvSpPr txBox="1"/>
          <p:nvPr/>
        </p:nvSpPr>
        <p:spPr>
          <a:xfrm>
            <a:off x="272520" y="4082400"/>
            <a:ext cx="224185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200"/>
              </a:spcBef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FC DEN BOSCH (2025/2026)</a:t>
            </a:r>
          </a:p>
        </p:txBody>
      </p:sp>
      <p:sp>
        <p:nvSpPr>
          <p:cNvPr id="172" name="TextBox 73"/>
          <p:cNvSpPr txBox="1"/>
          <p:nvPr/>
        </p:nvSpPr>
        <p:spPr>
          <a:xfrm>
            <a:off x="3198220" y="4082400"/>
            <a:ext cx="74956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{{GAMES}}</a:t>
            </a:r>
            <a:endParaRPr/>
          </a:p>
        </p:txBody>
      </p:sp>
      <p:sp>
        <p:nvSpPr>
          <p:cNvPr id="173" name="TextBox 74"/>
          <p:cNvSpPr txBox="1"/>
          <p:nvPr/>
        </p:nvSpPr>
        <p:spPr>
          <a:xfrm>
            <a:off x="4046504" y="4082400"/>
            <a:ext cx="87459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{{MINUTES}}</a:t>
            </a:r>
            <a:endParaRPr/>
          </a:p>
        </p:txBody>
      </p:sp>
      <p:sp>
        <p:nvSpPr>
          <p:cNvPr id="174" name="TextBox 75"/>
          <p:cNvSpPr txBox="1"/>
          <p:nvPr/>
        </p:nvSpPr>
        <p:spPr>
          <a:xfrm>
            <a:off x="5097458" y="4082400"/>
            <a:ext cx="70948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{{GOALS}}</a:t>
            </a:r>
            <a:endParaRPr/>
          </a:p>
        </p:txBody>
      </p:sp>
      <p:sp>
        <p:nvSpPr>
          <p:cNvPr id="175" name="TextBox 76"/>
          <p:cNvSpPr txBox="1"/>
          <p:nvPr/>
        </p:nvSpPr>
        <p:spPr>
          <a:xfrm>
            <a:off x="5945401" y="4082400"/>
            <a:ext cx="77040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{{ASSISTS}}</a:t>
            </a:r>
            <a:endParaRPr/>
          </a:p>
        </p:txBody>
      </p:sp>
      <p:sp>
        <p:nvSpPr>
          <p:cNvPr id="176" name="TextBox 82"/>
          <p:cNvSpPr txBox="1"/>
          <p:nvPr/>
        </p:nvSpPr>
        <p:spPr>
          <a:xfrm>
            <a:off x="272520" y="4852216"/>
            <a:ext cx="226600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200"/>
              </a:spcBef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{{CLUB_2024/2025}} (2024/2025)</a:t>
            </a:r>
            <a:endParaRPr/>
          </a:p>
        </p:txBody>
      </p:sp>
      <p:sp>
        <p:nvSpPr>
          <p:cNvPr id="177" name="TextBox 87"/>
          <p:cNvSpPr txBox="1"/>
          <p:nvPr/>
        </p:nvSpPr>
        <p:spPr>
          <a:xfrm>
            <a:off x="272520" y="5115016"/>
            <a:ext cx="223554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200"/>
              </a:spcBef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{{CLUB_2023/2024}} (2023/2024)</a:t>
            </a:r>
          </a:p>
        </p:txBody>
      </p:sp>
      <p:sp>
        <p:nvSpPr>
          <p:cNvPr id="178" name="TextBox 28"/>
          <p:cNvSpPr txBox="1"/>
          <p:nvPr/>
        </p:nvSpPr>
        <p:spPr>
          <a:xfrm>
            <a:off x="300173" y="1081666"/>
            <a:ext cx="1780937" cy="25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80000"/>
              </a:lnSpc>
              <a:defRPr sz="2000"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 defTabSz="914400"/>
            <a:r>
              <a:rPr lang="nl-NL"/>
              <a:t>{PLAYER_NAME}</a:t>
            </a:r>
            <a:endParaRPr/>
          </a:p>
        </p:txBody>
      </p:sp>
      <p:pic>
        <p:nvPicPr>
          <p:cNvPr id="180" name="pasted-image.tiff" descr="pasted-image.tiff"/>
          <p:cNvPicPr>
            <a:picLocks noChangeAspect="1"/>
          </p:cNvPicPr>
          <p:nvPr/>
        </p:nvPicPr>
        <p:blipFill>
          <a:blip r:embed="rId5">
            <a:alphaModFix amt="85000"/>
          </a:blip>
          <a:srcRect l="4545" t="19455" r="2658" b="21336"/>
          <a:stretch>
            <a:fillRect/>
          </a:stretch>
        </p:blipFill>
        <p:spPr>
          <a:xfrm rot="16200000">
            <a:off x="4879038" y="460156"/>
            <a:ext cx="1566863" cy="1036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81" name="9"/>
          <p:cNvSpPr/>
          <p:nvPr/>
        </p:nvSpPr>
        <p:spPr>
          <a:xfrm>
            <a:off x="5599962" y="466281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9</a:t>
            </a:r>
          </a:p>
        </p:txBody>
      </p:sp>
      <p:sp>
        <p:nvSpPr>
          <p:cNvPr id="182" name="11"/>
          <p:cNvSpPr/>
          <p:nvPr/>
        </p:nvSpPr>
        <p:spPr>
          <a:xfrm>
            <a:off x="5267533" y="601913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11</a:t>
            </a:r>
          </a:p>
        </p:txBody>
      </p:sp>
      <p:sp>
        <p:nvSpPr>
          <p:cNvPr id="183" name="7"/>
          <p:cNvSpPr/>
          <p:nvPr/>
        </p:nvSpPr>
        <p:spPr>
          <a:xfrm>
            <a:off x="5932390" y="601913"/>
            <a:ext cx="152668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7</a:t>
            </a:r>
          </a:p>
        </p:txBody>
      </p:sp>
      <p:sp>
        <p:nvSpPr>
          <p:cNvPr id="184" name="8"/>
          <p:cNvSpPr/>
          <p:nvPr/>
        </p:nvSpPr>
        <p:spPr>
          <a:xfrm>
            <a:off x="5438287" y="840401"/>
            <a:ext cx="152668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8</a:t>
            </a:r>
          </a:p>
        </p:txBody>
      </p:sp>
      <p:sp>
        <p:nvSpPr>
          <p:cNvPr id="185" name="10"/>
          <p:cNvSpPr/>
          <p:nvPr/>
        </p:nvSpPr>
        <p:spPr>
          <a:xfrm>
            <a:off x="5788332" y="840401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10</a:t>
            </a:r>
          </a:p>
        </p:txBody>
      </p:sp>
      <p:sp>
        <p:nvSpPr>
          <p:cNvPr id="186" name="6"/>
          <p:cNvSpPr/>
          <p:nvPr/>
        </p:nvSpPr>
        <p:spPr>
          <a:xfrm>
            <a:off x="5599962" y="1040340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6</a:t>
            </a:r>
          </a:p>
        </p:txBody>
      </p:sp>
      <p:sp>
        <p:nvSpPr>
          <p:cNvPr id="187" name="5"/>
          <p:cNvSpPr/>
          <p:nvPr/>
        </p:nvSpPr>
        <p:spPr>
          <a:xfrm>
            <a:off x="5245485" y="1136092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5</a:t>
            </a:r>
          </a:p>
        </p:txBody>
      </p:sp>
      <p:sp>
        <p:nvSpPr>
          <p:cNvPr id="188" name="2"/>
          <p:cNvSpPr/>
          <p:nvPr/>
        </p:nvSpPr>
        <p:spPr>
          <a:xfrm>
            <a:off x="5961787" y="1136092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2</a:t>
            </a:r>
          </a:p>
        </p:txBody>
      </p:sp>
      <p:sp>
        <p:nvSpPr>
          <p:cNvPr id="189" name="4"/>
          <p:cNvSpPr/>
          <p:nvPr/>
        </p:nvSpPr>
        <p:spPr>
          <a:xfrm>
            <a:off x="5438287" y="1265991"/>
            <a:ext cx="152668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4</a:t>
            </a:r>
          </a:p>
        </p:txBody>
      </p:sp>
      <p:sp>
        <p:nvSpPr>
          <p:cNvPr id="190" name="3"/>
          <p:cNvSpPr/>
          <p:nvPr/>
        </p:nvSpPr>
        <p:spPr>
          <a:xfrm>
            <a:off x="5762611" y="1265991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3</a:t>
            </a:r>
          </a:p>
        </p:txBody>
      </p:sp>
      <p:sp>
        <p:nvSpPr>
          <p:cNvPr id="191" name="1"/>
          <p:cNvSpPr/>
          <p:nvPr/>
        </p:nvSpPr>
        <p:spPr>
          <a:xfrm>
            <a:off x="5599962" y="1517163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1</a:t>
            </a:r>
          </a:p>
        </p:txBody>
      </p:sp>
      <p:sp>
        <p:nvSpPr>
          <p:cNvPr id="192" name="Rechthoek"/>
          <p:cNvSpPr/>
          <p:nvPr/>
        </p:nvSpPr>
        <p:spPr>
          <a:xfrm>
            <a:off x="5097220" y="126893"/>
            <a:ext cx="1160444" cy="1672365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3" name="Tekstvak 8"/>
          <p:cNvSpPr txBox="1"/>
          <p:nvPr/>
        </p:nvSpPr>
        <p:spPr>
          <a:xfrm>
            <a:off x="279177" y="4589050"/>
            <a:ext cx="1430987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Previous Clubs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D2FC0F-7778-2B25-4C95-EC227905986F}"/>
              </a:ext>
            </a:extLst>
          </p:cNvPr>
          <p:cNvSpPr/>
          <p:nvPr/>
        </p:nvSpPr>
        <p:spPr>
          <a:xfrm>
            <a:off x="3762643" y="77537"/>
            <a:ext cx="1189935" cy="1754324"/>
          </a:xfrm>
          <a:prstGeom prst="rect">
            <a:avLst/>
          </a:prstGeom>
          <a:solidFill>
            <a:srgbClr val="FFFFFF"/>
          </a:solidFill>
          <a:ln w="1905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l-NL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{IMAGE}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70E66F-FDAA-0070-7C79-E2F3E1807420}"/>
              </a:ext>
            </a:extLst>
          </p:cNvPr>
          <p:cNvSpPr/>
          <p:nvPr/>
        </p:nvSpPr>
        <p:spPr>
          <a:xfrm>
            <a:off x="118754" y="6111290"/>
            <a:ext cx="3410712" cy="3502152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  <a:effectLst>
            <a:glow rad="63500">
              <a:schemeClr val="tx2">
                <a:lumMod val="50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l-NL" sz="1800" b="0" i="0" u="none" strike="noStrike" cap="none" spc="0" normalizeH="0" baseline="0">
                <a:ln>
                  <a:solidFill>
                    <a:schemeClr val="tx1"/>
                  </a:solidFill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{{RADAR_CHART}}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530CA0-0D9F-70EC-6B1D-2E27C30B5E9B}"/>
              </a:ext>
            </a:extLst>
          </p:cNvPr>
          <p:cNvSpPr/>
          <p:nvPr/>
        </p:nvSpPr>
        <p:spPr>
          <a:xfrm>
            <a:off x="3562358" y="6433341"/>
            <a:ext cx="3059444" cy="3139319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  <a:effectLst>
            <a:glow rad="63500">
              <a:schemeClr val="tx2">
                <a:lumMod val="50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l-NL" sz="1800" b="0" i="0" u="none" strike="noStrike" cap="none" spc="0" normalizeH="0" baseline="0">
                <a:ln>
                  <a:solidFill>
                    <a:schemeClr val="tx1"/>
                  </a:solidFill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{{PERFORMANCE_CHART}}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173883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Kantoorthema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Kantoorthema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</TotalTime>
  <Words>143</Words>
  <Application>Microsoft Office PowerPoint</Application>
  <PresentationFormat>A4 Paper (210x297 mm)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Kramer, Roeland</dc:creator>
  <cp:lastModifiedBy>roeland kramer</cp:lastModifiedBy>
  <cp:revision>17</cp:revision>
  <dcterms:modified xsi:type="dcterms:W3CDTF">2026-02-10T10:42:32Z</dcterms:modified>
</cp:coreProperties>
</file>