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400" d="100"/>
          <a:sy n="400" d="100"/>
        </p:scale>
        <p:origin x="-8160" y="-4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3773984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19" y="5115016"/>
            <a:ext cx="36752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38371" y="6212291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2172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32</cp:revision>
  <dcterms:modified xsi:type="dcterms:W3CDTF">2026-02-12T09:18:01Z</dcterms:modified>
</cp:coreProperties>
</file>