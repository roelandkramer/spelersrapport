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225AB-6E09-4C02-964D-D149BB380812}" v="1" dt="2026-02-10T13:48:19.522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20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eland kramer" userId="205d280fcba3cbd5" providerId="LiveId" clId="{AE241127-7682-4E2B-B120-8E8D17819845}"/>
    <pc:docChg chg="modSld">
      <pc:chgData name="roeland kramer" userId="205d280fcba3cbd5" providerId="LiveId" clId="{AE241127-7682-4E2B-B120-8E8D17819845}" dt="2026-02-10T13:48:31.615" v="4" actId="1076"/>
      <pc:docMkLst>
        <pc:docMk/>
      </pc:docMkLst>
      <pc:sldChg chg="addSp modSp mod">
        <pc:chgData name="roeland kramer" userId="205d280fcba3cbd5" providerId="LiveId" clId="{AE241127-7682-4E2B-B120-8E8D17819845}" dt="2026-02-10T13:48:31.615" v="4" actId="1076"/>
        <pc:sldMkLst>
          <pc:docMk/>
          <pc:sldMk cId="0" sldId="256"/>
        </pc:sldMkLst>
        <pc:spChg chg="add mod">
          <ac:chgData name="roeland kramer" userId="205d280fcba3cbd5" providerId="LiveId" clId="{AE241127-7682-4E2B-B120-8E8D17819845}" dt="2026-02-10T13:48:19.521" v="3"/>
          <ac:spMkLst>
            <pc:docMk/>
            <pc:sldMk cId="0" sldId="256"/>
            <ac:spMk id="4" creationId="{C29B6D7C-C33A-D242-6C97-5AB89E6195D7}"/>
          </ac:spMkLst>
        </pc:spChg>
        <pc:spChg chg="mod">
          <ac:chgData name="roeland kramer" userId="205d280fcba3cbd5" providerId="LiveId" clId="{AE241127-7682-4E2B-B120-8E8D17819845}" dt="2026-02-10T13:48:31.615" v="4" actId="1076"/>
          <ac:spMkLst>
            <pc:docMk/>
            <pc:sldMk cId="0" sldId="256"/>
            <ac:spMk id="6" creationId="{1A70E66F-FDAA-0070-7C79-E2F3E180742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2" name="Shape 15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6" cy="412062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6" cy="216693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34290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68580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102870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137160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7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6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8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6"/>
            <a:ext cx="2901256" cy="119009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342900">
              <a:buSzTx/>
              <a:buFontTx/>
              <a:buNone/>
              <a:defRPr sz="1800" b="1"/>
            </a:lvl2pPr>
            <a:lvl3pPr marL="0" indent="685800">
              <a:buSzTx/>
              <a:buFontTx/>
              <a:buNone/>
              <a:defRPr sz="1800" b="1"/>
            </a:lvl3pPr>
            <a:lvl4pPr marL="0" indent="1028700">
              <a:buSzTx/>
              <a:buFontTx/>
              <a:buNone/>
              <a:defRPr sz="1800" b="1"/>
            </a:lvl4pPr>
            <a:lvl5pPr marL="0" indent="137160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4" cy="1190096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1800" b="1"/>
            </a:pPr>
            <a:endParaRPr/>
          </a:p>
        </p:txBody>
      </p:sp>
      <p:sp>
        <p:nvSpPr>
          <p:cNvPr id="5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5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3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20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200"/>
            </a:pPr>
            <a:endParaRPr/>
          </a:p>
        </p:txBody>
      </p:sp>
      <p:sp>
        <p:nvSpPr>
          <p:cNvPr id="7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342900">
              <a:buSzTx/>
              <a:buFontTx/>
              <a:buNone/>
              <a:defRPr sz="1200"/>
            </a:lvl2pPr>
            <a:lvl3pPr marL="0" indent="685800">
              <a:buSzTx/>
              <a:buFontTx/>
              <a:buNone/>
              <a:defRPr sz="1200"/>
            </a:lvl3pPr>
            <a:lvl4pPr marL="0" indent="1028700">
              <a:buSzTx/>
              <a:buFontTx/>
              <a:buNone/>
              <a:defRPr sz="1200"/>
            </a:lvl4pPr>
            <a:lvl5pPr marL="0" indent="137160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8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Afbeelding 10" descr="Afbeelding 10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5" y="3684932"/>
            <a:ext cx="7147323" cy="6582205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96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97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98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99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0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3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06" name="Tekstvak 59"/>
          <p:cNvSpPr txBox="1"/>
          <p:nvPr/>
        </p:nvSpPr>
        <p:spPr>
          <a:xfrm>
            <a:off x="3432221" y="2585783"/>
            <a:ext cx="186338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107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8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9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10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11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12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extBox 28"/>
          <p:cNvSpPr txBox="1"/>
          <p:nvPr/>
        </p:nvSpPr>
        <p:spPr>
          <a:xfrm>
            <a:off x="318080" y="5607511"/>
            <a:ext cx="82829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20" name="TextBox 28"/>
          <p:cNvSpPr txBox="1"/>
          <p:nvPr/>
        </p:nvSpPr>
        <p:spPr>
          <a:xfrm>
            <a:off x="605758" y="3329106"/>
            <a:ext cx="181762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#STATISTIEKEN</a:t>
            </a:r>
          </a:p>
        </p:txBody>
      </p:sp>
      <p:pic>
        <p:nvPicPr>
          <p:cNvPr id="121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7" y="3392068"/>
            <a:ext cx="245699" cy="2265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2" name="Rechthoek"/>
          <p:cNvSpPr/>
          <p:nvPr/>
        </p:nvSpPr>
        <p:spPr>
          <a:xfrm>
            <a:off x="-66675" y="1114237"/>
            <a:ext cx="3398093" cy="2811526"/>
          </a:xfrm>
          <a:prstGeom prst="rect">
            <a:avLst/>
          </a:prstGeom>
          <a:solidFill>
            <a:srgbClr val="FFFFFF">
              <a:alpha val="59729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3" name="Rechthoek"/>
          <p:cNvSpPr/>
          <p:nvPr/>
        </p:nvSpPr>
        <p:spPr>
          <a:xfrm>
            <a:off x="-66675" y="4006850"/>
            <a:ext cx="3398093" cy="6156288"/>
          </a:xfrm>
          <a:prstGeom prst="rect">
            <a:avLst/>
          </a:prstGeom>
          <a:solidFill>
            <a:srgbClr val="FFFFFF">
              <a:alpha val="59581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13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6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6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Rechthoek 21"/>
          <p:cNvSpPr/>
          <p:nvPr/>
        </p:nvSpPr>
        <p:spPr>
          <a:xfrm>
            <a:off x="0" y="968562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9" name="Rechthoek 22"/>
          <p:cNvSpPr/>
          <p:nvPr/>
        </p:nvSpPr>
        <p:spPr>
          <a:xfrm>
            <a:off x="0" y="372826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0" name="Rechthoek 23"/>
          <p:cNvSpPr/>
          <p:nvPr/>
        </p:nvSpPr>
        <p:spPr>
          <a:xfrm>
            <a:off x="0" y="682124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41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kstvak 28"/>
          <p:cNvSpPr txBox="1"/>
          <p:nvPr/>
        </p:nvSpPr>
        <p:spPr>
          <a:xfrm>
            <a:off x="274319" y="99563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43" name="Tekstvak 29"/>
          <p:cNvSpPr txBox="1"/>
          <p:nvPr/>
        </p:nvSpPr>
        <p:spPr>
          <a:xfrm>
            <a:off x="293779" y="3750885"/>
            <a:ext cx="399164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44" name="Tekstvak 30"/>
          <p:cNvSpPr txBox="1"/>
          <p:nvPr/>
        </p:nvSpPr>
        <p:spPr>
          <a:xfrm>
            <a:off x="274318" y="683347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4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6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6" cy="6285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6" y="9329528"/>
            <a:ext cx="231277" cy="2311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Afbeelding 12" descr="Afbeelding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Afbeelding 3" descr="Afbeelding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Afbeelding 28" descr="Afbeelding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Afbeelding 29" descr="Afbeelding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Afbeelding 45" descr="Afbeelding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Afbeelding 47" descr="Afbeelding 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63" name="Rechte verbindingslijn 6"/>
          <p:cNvSpPr/>
          <p:nvPr/>
        </p:nvSpPr>
        <p:spPr>
          <a:xfrm>
            <a:off x="2836461" y="3794464"/>
            <a:ext cx="1" cy="617484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4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65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66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67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68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69" name="TextBox 69"/>
          <p:cNvSpPr txBox="1"/>
          <p:nvPr/>
        </p:nvSpPr>
        <p:spPr>
          <a:xfrm>
            <a:off x="1644119" y="1569600"/>
            <a:ext cx="1318629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70" name="TextBox 71"/>
          <p:cNvSpPr txBox="1"/>
          <p:nvPr/>
        </p:nvSpPr>
        <p:spPr>
          <a:xfrm>
            <a:off x="5092080" y="2549964"/>
            <a:ext cx="1621596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71" name="TextBox 72"/>
          <p:cNvSpPr txBox="1"/>
          <p:nvPr/>
        </p:nvSpPr>
        <p:spPr>
          <a:xfrm>
            <a:off x="272520" y="4082400"/>
            <a:ext cx="2241855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FC DEN BOSCH (2025/2026)</a:t>
            </a:r>
          </a:p>
        </p:txBody>
      </p:sp>
      <p:sp>
        <p:nvSpPr>
          <p:cNvPr id="172" name="TextBox 73"/>
          <p:cNvSpPr txBox="1"/>
          <p:nvPr/>
        </p:nvSpPr>
        <p:spPr>
          <a:xfrm>
            <a:off x="3198220" y="4082400"/>
            <a:ext cx="7495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{{GAMES}}</a:t>
            </a:r>
            <a:endParaRPr/>
          </a:p>
        </p:txBody>
      </p:sp>
      <p:sp>
        <p:nvSpPr>
          <p:cNvPr id="173" name="TextBox 74"/>
          <p:cNvSpPr txBox="1"/>
          <p:nvPr/>
        </p:nvSpPr>
        <p:spPr>
          <a:xfrm>
            <a:off x="4046504" y="4082400"/>
            <a:ext cx="87459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{{MINUTES}}</a:t>
            </a:r>
            <a:endParaRPr/>
          </a:p>
        </p:txBody>
      </p:sp>
      <p:sp>
        <p:nvSpPr>
          <p:cNvPr id="174" name="TextBox 75"/>
          <p:cNvSpPr txBox="1"/>
          <p:nvPr/>
        </p:nvSpPr>
        <p:spPr>
          <a:xfrm>
            <a:off x="5097458" y="4082400"/>
            <a:ext cx="70948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{{GOALS}}</a:t>
            </a:r>
            <a:endParaRPr/>
          </a:p>
        </p:txBody>
      </p:sp>
      <p:sp>
        <p:nvSpPr>
          <p:cNvPr id="175" name="TextBox 76"/>
          <p:cNvSpPr txBox="1"/>
          <p:nvPr/>
        </p:nvSpPr>
        <p:spPr>
          <a:xfrm>
            <a:off x="5945401" y="4082400"/>
            <a:ext cx="77040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{{ASSISTS}}</a:t>
            </a:r>
            <a:endParaRPr/>
          </a:p>
        </p:txBody>
      </p:sp>
      <p:sp>
        <p:nvSpPr>
          <p:cNvPr id="176" name="TextBox 82"/>
          <p:cNvSpPr txBox="1"/>
          <p:nvPr/>
        </p:nvSpPr>
        <p:spPr>
          <a:xfrm>
            <a:off x="272520" y="4852216"/>
            <a:ext cx="226600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(2024/2025)</a:t>
            </a:r>
            <a:endParaRPr/>
          </a:p>
        </p:txBody>
      </p:sp>
      <p:sp>
        <p:nvSpPr>
          <p:cNvPr id="177" name="TextBox 87"/>
          <p:cNvSpPr txBox="1"/>
          <p:nvPr/>
        </p:nvSpPr>
        <p:spPr>
          <a:xfrm>
            <a:off x="272520" y="5115016"/>
            <a:ext cx="223554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{{CLUB_2023/2024}} (2023/2024)</a:t>
            </a:r>
          </a:p>
        </p:txBody>
      </p:sp>
      <p:sp>
        <p:nvSpPr>
          <p:cNvPr id="178" name="TextBox 28"/>
          <p:cNvSpPr txBox="1"/>
          <p:nvPr/>
        </p:nvSpPr>
        <p:spPr>
          <a:xfrm>
            <a:off x="300173" y="1081666"/>
            <a:ext cx="1780937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180" name="pasted-image.tiff" descr="pasted-image.tiff"/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1" name="9"/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182" name="11"/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183" name="7"/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184" name="8"/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185" name="10"/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186" name="6"/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187" name="5"/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188" name="2"/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189" name="4"/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190" name="3"/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191" name="1"/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193" name="Tekstvak 8"/>
          <p:cNvSpPr txBox="1"/>
          <p:nvPr/>
        </p:nvSpPr>
        <p:spPr>
          <a:xfrm>
            <a:off x="279177" y="4589050"/>
            <a:ext cx="1430987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Previous Clubs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2FC0F-7778-2B25-4C95-EC227905986F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0E66F-FDAA-0070-7C79-E2F3E1807420}"/>
              </a:ext>
            </a:extLst>
          </p:cNvPr>
          <p:cNvSpPr/>
          <p:nvPr/>
        </p:nvSpPr>
        <p:spPr>
          <a:xfrm>
            <a:off x="228597" y="6212291"/>
            <a:ext cx="3035808" cy="3209544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530CA0-0D9F-70EC-6B1D-2E27C30B5E9B}"/>
              </a:ext>
            </a:extLst>
          </p:cNvPr>
          <p:cNvSpPr/>
          <p:nvPr/>
        </p:nvSpPr>
        <p:spPr>
          <a:xfrm>
            <a:off x="3549714" y="6196418"/>
            <a:ext cx="3099816" cy="3209544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77BFF67-E3DC-DAF9-7053-0AF1A279012C}"/>
              </a:ext>
            </a:extLst>
          </p:cNvPr>
          <p:cNvSpPr/>
          <p:nvPr/>
        </p:nvSpPr>
        <p:spPr>
          <a:xfrm>
            <a:off x="236197" y="6212291"/>
            <a:ext cx="3035810" cy="320502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39DDD7D-3A0C-6109-7668-4B3E8487D472}"/>
              </a:ext>
            </a:extLst>
          </p:cNvPr>
          <p:cNvSpPr/>
          <p:nvPr/>
        </p:nvSpPr>
        <p:spPr>
          <a:xfrm>
            <a:off x="3542112" y="6200939"/>
            <a:ext cx="3099935" cy="320502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1504</TotalTime>
  <Words>143</Words>
  <Application>Microsoft Office PowerPoint</Application>
  <PresentationFormat>A4 Paper (210x297 mm)</PresentationFormat>
  <Paragraphs>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23</cp:revision>
  <dcterms:modified xsi:type="dcterms:W3CDTF">2026-02-11T10:59:19Z</dcterms:modified>
</cp:coreProperties>
</file>