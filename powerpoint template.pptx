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0225AB-6E09-4C02-964D-D149BB380812}" v="3" dt="2026-02-11T11:01:34.408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82" autoAdjust="0"/>
    <p:restoredTop sz="94660"/>
  </p:normalViewPr>
  <p:slideViewPr>
    <p:cSldViewPr snapToGrid="0">
      <p:cViewPr>
        <p:scale>
          <a:sx n="150" d="100"/>
          <a:sy n="150" d="100"/>
        </p:scale>
        <p:origin x="180" y="-2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eland kramer" userId="205d280fcba3cbd5" providerId="LiveId" clId="{AE241127-7682-4E2B-B120-8E8D17819845}"/>
    <pc:docChg chg="undo custSel modSld">
      <pc:chgData name="roeland kramer" userId="205d280fcba3cbd5" providerId="LiveId" clId="{AE241127-7682-4E2B-B120-8E8D17819845}" dt="2026-02-11T11:01:42.612" v="12" actId="14100"/>
      <pc:docMkLst>
        <pc:docMk/>
      </pc:docMkLst>
      <pc:sldChg chg="addSp modSp mod">
        <pc:chgData name="roeland kramer" userId="205d280fcba3cbd5" providerId="LiveId" clId="{AE241127-7682-4E2B-B120-8E8D17819845}" dt="2026-02-11T11:01:42.612" v="12" actId="14100"/>
        <pc:sldMkLst>
          <pc:docMk/>
          <pc:sldMk cId="0" sldId="256"/>
        </pc:sldMkLst>
        <pc:spChg chg="add mod">
          <ac:chgData name="roeland kramer" userId="205d280fcba3cbd5" providerId="LiveId" clId="{AE241127-7682-4E2B-B120-8E8D17819845}" dt="2026-02-11T11:00:37.721" v="5"/>
          <ac:spMkLst>
            <pc:docMk/>
            <pc:sldMk cId="0" sldId="256"/>
            <ac:spMk id="3" creationId="{BB3921B5-1062-934A-9741-17E6263E6886}"/>
          </ac:spMkLst>
        </pc:spChg>
        <pc:spChg chg="add mod">
          <ac:chgData name="roeland kramer" userId="205d280fcba3cbd5" providerId="LiveId" clId="{AE241127-7682-4E2B-B120-8E8D17819845}" dt="2026-02-11T11:01:42.612" v="12" actId="14100"/>
          <ac:spMkLst>
            <pc:docMk/>
            <pc:sldMk cId="0" sldId="256"/>
            <ac:spMk id="4" creationId="{5DC59128-3946-7A3C-5BF2-3C0AC5E116AC}"/>
          </ac:spMkLst>
        </pc:spChg>
        <pc:spChg chg="add mod">
          <ac:chgData name="roeland kramer" userId="205d280fcba3cbd5" providerId="LiveId" clId="{AE241127-7682-4E2B-B120-8E8D17819845}" dt="2026-02-10T13:48:19.521" v="3"/>
          <ac:spMkLst>
            <pc:docMk/>
            <pc:sldMk cId="0" sldId="256"/>
            <ac:spMk id="4" creationId="{C29B6D7C-C33A-D242-6C97-5AB89E6195D7}"/>
          </ac:spMkLst>
        </pc:spChg>
        <pc:spChg chg="mod">
          <ac:chgData name="roeland kramer" userId="205d280fcba3cbd5" providerId="LiveId" clId="{AE241127-7682-4E2B-B120-8E8D17819845}" dt="2026-02-10T13:48:31.615" v="4" actId="1076"/>
          <ac:spMkLst>
            <pc:docMk/>
            <pc:sldMk cId="0" sldId="256"/>
            <ac:spMk id="6" creationId="{1A70E66F-FDAA-0070-7C79-E2F3E1807420}"/>
          </ac:spMkLst>
        </pc:spChg>
        <pc:spChg chg="mod">
          <ac:chgData name="roeland kramer" userId="205d280fcba3cbd5" providerId="LiveId" clId="{AE241127-7682-4E2B-B120-8E8D17819845}" dt="2026-02-11T11:00:50.194" v="7" actId="1076"/>
          <ac:spMkLst>
            <pc:docMk/>
            <pc:sldMk cId="0" sldId="256"/>
            <ac:spMk id="176" creationId="{00000000-0000-0000-0000-000000000000}"/>
          </ac:spMkLst>
        </pc:spChg>
        <pc:spChg chg="mod">
          <ac:chgData name="roeland kramer" userId="205d280fcba3cbd5" providerId="LiveId" clId="{AE241127-7682-4E2B-B120-8E8D17819845}" dt="2026-02-11T11:00:52.538" v="8" actId="20577"/>
          <ac:spMkLst>
            <pc:docMk/>
            <pc:sldMk cId="0" sldId="256"/>
            <ac:spMk id="17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52" name="Shape 15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Aptos"/>
      </a:defRPr>
    </a:lvl1pPr>
    <a:lvl2pPr indent="228600" defTabSz="457200" latinLnBrk="0">
      <a:defRPr sz="1200">
        <a:latin typeface="+mn-lt"/>
        <a:ea typeface="+mn-ea"/>
        <a:cs typeface="+mn-cs"/>
        <a:sym typeface="Aptos"/>
      </a:defRPr>
    </a:lvl2pPr>
    <a:lvl3pPr indent="457200" defTabSz="457200" latinLnBrk="0">
      <a:defRPr sz="1200">
        <a:latin typeface="+mn-lt"/>
        <a:ea typeface="+mn-ea"/>
        <a:cs typeface="+mn-cs"/>
        <a:sym typeface="Aptos"/>
      </a:defRPr>
    </a:lvl3pPr>
    <a:lvl4pPr indent="685800" defTabSz="457200" latinLnBrk="0">
      <a:defRPr sz="1200">
        <a:latin typeface="+mn-lt"/>
        <a:ea typeface="+mn-ea"/>
        <a:cs typeface="+mn-cs"/>
        <a:sym typeface="Aptos"/>
      </a:defRPr>
    </a:lvl4pPr>
    <a:lvl5pPr indent="914400" defTabSz="457200" latinLnBrk="0">
      <a:defRPr sz="1200">
        <a:latin typeface="+mn-lt"/>
        <a:ea typeface="+mn-ea"/>
        <a:cs typeface="+mn-cs"/>
        <a:sym typeface="Aptos"/>
      </a:defRPr>
    </a:lvl5pPr>
    <a:lvl6pPr indent="1143000" defTabSz="457200" latinLnBrk="0">
      <a:defRPr sz="1200">
        <a:latin typeface="+mn-lt"/>
        <a:ea typeface="+mn-ea"/>
        <a:cs typeface="+mn-cs"/>
        <a:sym typeface="Aptos"/>
      </a:defRPr>
    </a:lvl6pPr>
    <a:lvl7pPr indent="1371600" defTabSz="457200" latinLnBrk="0">
      <a:defRPr sz="1200">
        <a:latin typeface="+mn-lt"/>
        <a:ea typeface="+mn-ea"/>
        <a:cs typeface="+mn-cs"/>
        <a:sym typeface="Aptos"/>
      </a:defRPr>
    </a:lvl7pPr>
    <a:lvl8pPr indent="1600200" defTabSz="457200" latinLnBrk="0">
      <a:defRPr sz="1200">
        <a:latin typeface="+mn-lt"/>
        <a:ea typeface="+mn-ea"/>
        <a:cs typeface="+mn-cs"/>
        <a:sym typeface="Aptos"/>
      </a:defRPr>
    </a:lvl8pPr>
    <a:lvl9pPr indent="1828800" defTabSz="4572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21" name="Hoofdtekst - niveau éé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22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kst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6" cy="412062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t>Titeltekst</a:t>
            </a:r>
          </a:p>
        </p:txBody>
      </p:sp>
      <p:sp>
        <p:nvSpPr>
          <p:cNvPr id="30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67916" y="6629226"/>
            <a:ext cx="5915026" cy="216693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1pPr>
            <a:lvl2pPr marL="0" indent="342900">
              <a:buSzTx/>
              <a:buFontTx/>
              <a:buNone/>
              <a:defRPr sz="1800">
                <a:solidFill>
                  <a:srgbClr val="757575"/>
                </a:solidFill>
              </a:defRPr>
            </a:lvl2pPr>
            <a:lvl3pPr marL="0" indent="685800">
              <a:buSzTx/>
              <a:buFontTx/>
              <a:buNone/>
              <a:defRPr sz="1800">
                <a:solidFill>
                  <a:srgbClr val="757575"/>
                </a:solidFill>
              </a:defRPr>
            </a:lvl3pPr>
            <a:lvl4pPr marL="0" indent="1028700">
              <a:buSzTx/>
              <a:buFontTx/>
              <a:buNone/>
              <a:defRPr sz="1800">
                <a:solidFill>
                  <a:srgbClr val="757575"/>
                </a:solidFill>
              </a:defRPr>
            </a:lvl4pPr>
            <a:lvl5pPr marL="0" indent="1371600">
              <a:buSzTx/>
              <a:buFontTx/>
              <a:buNone/>
              <a:defRPr sz="1800">
                <a:solidFill>
                  <a:srgbClr val="757575"/>
                </a:solidFill>
              </a:defRPr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3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39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471487" y="2637014"/>
            <a:ext cx="2914651" cy="6285267"/>
          </a:xfrm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kst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6" cy="1914702"/>
          </a:xfrm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48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428346"/>
            <a:ext cx="2901256" cy="1190096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1800" b="1"/>
            </a:lvl1pPr>
            <a:lvl2pPr marL="0" indent="342900">
              <a:buSzTx/>
              <a:buFontTx/>
              <a:buNone/>
              <a:defRPr sz="1800" b="1"/>
            </a:lvl2pPr>
            <a:lvl3pPr marL="0" indent="685800">
              <a:buSzTx/>
              <a:buFontTx/>
              <a:buNone/>
              <a:defRPr sz="1800" b="1"/>
            </a:lvl3pPr>
            <a:lvl4pPr marL="0" indent="1028700">
              <a:buSzTx/>
              <a:buFontTx/>
              <a:buNone/>
              <a:defRPr sz="1800" b="1"/>
            </a:lvl4pPr>
            <a:lvl5pPr marL="0" indent="1371600">
              <a:buSzTx/>
              <a:buFontTx/>
              <a:buNone/>
              <a:defRPr sz="1800" b="1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3471862" y="2428346"/>
            <a:ext cx="2915544" cy="1190096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1800" b="1"/>
            </a:pPr>
            <a:endParaRPr/>
          </a:p>
        </p:txBody>
      </p:sp>
      <p:sp>
        <p:nvSpPr>
          <p:cNvPr id="5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58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73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 marL="538842" indent="-195942">
              <a:defRPr sz="2400"/>
            </a:lvl2pPr>
            <a:lvl3pPr marL="914400" indent="-228600">
              <a:defRPr sz="2400"/>
            </a:lvl3pPr>
            <a:lvl4pPr marL="1303019" indent="-274319">
              <a:defRPr sz="2400"/>
            </a:lvl4pPr>
            <a:lvl5pPr marL="1645920" indent="-274320">
              <a:defRPr sz="24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200"/>
            </a:pPr>
            <a:endParaRPr/>
          </a:p>
        </p:txBody>
      </p:sp>
      <p:sp>
        <p:nvSpPr>
          <p:cNvPr id="7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200"/>
            </a:lvl1pPr>
            <a:lvl2pPr marL="0" indent="342900">
              <a:buSzTx/>
              <a:buFontTx/>
              <a:buNone/>
              <a:defRPr sz="1200"/>
            </a:lvl2pPr>
            <a:lvl3pPr marL="0" indent="685800">
              <a:buSzTx/>
              <a:buFontTx/>
              <a:buNone/>
              <a:defRPr sz="1200"/>
            </a:lvl3pPr>
            <a:lvl4pPr marL="0" indent="1028700">
              <a:buSzTx/>
              <a:buFontTx/>
              <a:buNone/>
              <a:defRPr sz="1200"/>
            </a:lvl4pPr>
            <a:lvl5pPr marL="0" indent="1371600">
              <a:buSzTx/>
              <a:buFontTx/>
              <a:buNone/>
              <a:defRPr sz="12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8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Afbeelding 10" descr="Afbeelding 10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74315" y="3684932"/>
            <a:ext cx="7147323" cy="6582205"/>
          </a:xfrm>
          <a:prstGeom prst="rect">
            <a:avLst/>
          </a:prstGeom>
          <a:ln w="12700">
            <a:miter lim="400000"/>
          </a:ln>
        </p:spPr>
      </p:pic>
      <p:pic>
        <p:nvPicPr>
          <p:cNvPr id="93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94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95" name="Afbeelding 9" descr="Afbeelding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18376"/>
            <a:ext cx="6858000" cy="1877886"/>
          </a:xfrm>
          <a:prstGeom prst="rect">
            <a:avLst/>
          </a:prstGeom>
          <a:ln w="12700">
            <a:miter lim="400000"/>
          </a:ln>
        </p:spPr>
      </p:pic>
      <p:pic>
        <p:nvPicPr>
          <p:cNvPr id="96" name="Afbeelding 12" descr="Afbeelding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97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98" name="Afbeelding 3" descr="Afbeelding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99" name="Afbeelding 28" descr="Afbeelding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9" y="1019608"/>
            <a:ext cx="445478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0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2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3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4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06" name="Tekstvak 59"/>
          <p:cNvSpPr txBox="1"/>
          <p:nvPr/>
        </p:nvSpPr>
        <p:spPr>
          <a:xfrm>
            <a:off x="3432221" y="2585783"/>
            <a:ext cx="186338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PREFERRED FOOT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MAIN POSITION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SECONDARY POSITION</a:t>
            </a:r>
          </a:p>
        </p:txBody>
      </p:sp>
      <p:sp>
        <p:nvSpPr>
          <p:cNvPr id="107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08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09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10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11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pic>
        <p:nvPicPr>
          <p:cNvPr id="112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" name="Afbeelding 40" descr="Afbeelding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560459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19" name="TextBox 28"/>
          <p:cNvSpPr txBox="1"/>
          <p:nvPr/>
        </p:nvSpPr>
        <p:spPr>
          <a:xfrm>
            <a:off x="318080" y="5607511"/>
            <a:ext cx="82829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 cap="all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#DATA</a:t>
            </a:r>
          </a:p>
        </p:txBody>
      </p:sp>
      <p:sp>
        <p:nvSpPr>
          <p:cNvPr id="120" name="TextBox 28"/>
          <p:cNvSpPr txBox="1"/>
          <p:nvPr/>
        </p:nvSpPr>
        <p:spPr>
          <a:xfrm>
            <a:off x="605758" y="3329106"/>
            <a:ext cx="181762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#STATISTIEKEN</a:t>
            </a:r>
          </a:p>
        </p:txBody>
      </p:sp>
      <p:pic>
        <p:nvPicPr>
          <p:cNvPr id="121" name="market-research-analysis-icon-wit.png" descr="market-research-analysis-icon-wi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0327" y="3392068"/>
            <a:ext cx="245699" cy="22658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Afbeelding 18" descr="Afbeelding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61631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2" name="Rechthoek"/>
          <p:cNvSpPr/>
          <p:nvPr/>
        </p:nvSpPr>
        <p:spPr>
          <a:xfrm>
            <a:off x="-66675" y="1114237"/>
            <a:ext cx="3398093" cy="2811526"/>
          </a:xfrm>
          <a:prstGeom prst="rect">
            <a:avLst/>
          </a:prstGeom>
          <a:solidFill>
            <a:srgbClr val="FFFFFF">
              <a:alpha val="59729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3" name="Rechthoek"/>
          <p:cNvSpPr/>
          <p:nvPr/>
        </p:nvSpPr>
        <p:spPr>
          <a:xfrm>
            <a:off x="-66675" y="4006850"/>
            <a:ext cx="3398093" cy="6156288"/>
          </a:xfrm>
          <a:prstGeom prst="rect">
            <a:avLst/>
          </a:prstGeom>
          <a:solidFill>
            <a:srgbClr val="FFFFFF">
              <a:alpha val="59581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134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135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6" name="Afbeelding 15" descr="Afbeelding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6873"/>
            <a:ext cx="6858000" cy="27567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7" name="Afbeelding 20" descr="Afbeelding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9256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Rechthoek 21"/>
          <p:cNvSpPr/>
          <p:nvPr/>
        </p:nvSpPr>
        <p:spPr>
          <a:xfrm>
            <a:off x="0" y="968562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9" name="Rechthoek 22"/>
          <p:cNvSpPr/>
          <p:nvPr/>
        </p:nvSpPr>
        <p:spPr>
          <a:xfrm>
            <a:off x="0" y="372826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0" name="Rechthoek 23"/>
          <p:cNvSpPr/>
          <p:nvPr/>
        </p:nvSpPr>
        <p:spPr>
          <a:xfrm>
            <a:off x="0" y="682124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41" name="Afbeelding 3" descr="Afbeelding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Tekstvak 28"/>
          <p:cNvSpPr txBox="1"/>
          <p:nvPr/>
        </p:nvSpPr>
        <p:spPr>
          <a:xfrm>
            <a:off x="274319" y="99563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STATISTICAL PROFILE</a:t>
            </a:r>
          </a:p>
        </p:txBody>
      </p:sp>
      <p:sp>
        <p:nvSpPr>
          <p:cNvPr id="143" name="Tekstvak 29"/>
          <p:cNvSpPr txBox="1"/>
          <p:nvPr/>
        </p:nvSpPr>
        <p:spPr>
          <a:xfrm>
            <a:off x="293779" y="3750885"/>
            <a:ext cx="399164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PLAYER PERFORMANCE</a:t>
            </a:r>
          </a:p>
        </p:txBody>
      </p:sp>
      <p:sp>
        <p:nvSpPr>
          <p:cNvPr id="144" name="Tekstvak 30"/>
          <p:cNvSpPr txBox="1"/>
          <p:nvPr/>
        </p:nvSpPr>
        <p:spPr>
          <a:xfrm>
            <a:off x="274318" y="683347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PLAYING STYLE</a:t>
            </a:r>
          </a:p>
        </p:txBody>
      </p:sp>
      <p:sp>
        <p:nvSpPr>
          <p:cNvPr id="14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471487" y="527405"/>
            <a:ext cx="5915026" cy="19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Titeltekst</a:t>
            </a:r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471487" y="2637014"/>
            <a:ext cx="5915026" cy="6285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6155236" y="9329528"/>
            <a:ext cx="231277" cy="2311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9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ransition spd="med"/>
  <p:txStyles>
    <p:titleStyle>
      <a:lvl1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171450" marR="0" indent="-17145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542925" marR="0" indent="-200025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925830" marR="0" indent="-24003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3056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16485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19914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23343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26772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30201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ti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Afbeelding 12" descr="Afbeelding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6" name="Afbeelding 3" descr="Afbeelding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Afbeelding 28" descr="Afbeelding 2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1917826"/>
            <a:ext cx="449142" cy="396094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Afbeelding 29" descr="Afbeelding 2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9" name="Afbeelding 45" descr="Afbeelding 4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14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0" name="Afbeelding 47" descr="Afbeelding 4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64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65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66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67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68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sp>
        <p:nvSpPr>
          <p:cNvPr id="169" name="TextBox 69"/>
          <p:cNvSpPr txBox="1"/>
          <p:nvPr/>
        </p:nvSpPr>
        <p:spPr>
          <a:xfrm>
            <a:off x="1644120" y="1569600"/>
            <a:ext cx="1784880" cy="1384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{{NATIONALITY}}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{{BIRTH_DATE}}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{{HEIGHT_M}} m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FC DEN BOSCH</a:t>
            </a:r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{{CONTRACT}}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{{IS_EU}}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{{AGENT}}</a:t>
            </a:r>
            <a:endParaRPr/>
          </a:p>
        </p:txBody>
      </p:sp>
      <p:sp>
        <p:nvSpPr>
          <p:cNvPr id="170" name="TextBox 71"/>
          <p:cNvSpPr txBox="1"/>
          <p:nvPr/>
        </p:nvSpPr>
        <p:spPr>
          <a:xfrm>
            <a:off x="5178020" y="2577403"/>
            <a:ext cx="1720200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{{PREFERRED_FOOT}}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{{MAIN_POSITION}}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{{SEC_POSITION}}</a:t>
            </a:r>
            <a:endParaRPr/>
          </a:p>
        </p:txBody>
      </p:sp>
      <p:sp>
        <p:nvSpPr>
          <p:cNvPr id="171" name="TextBox 72"/>
          <p:cNvSpPr txBox="1"/>
          <p:nvPr/>
        </p:nvSpPr>
        <p:spPr>
          <a:xfrm>
            <a:off x="272520" y="4082400"/>
            <a:ext cx="223554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{{CLUB_2025/2026}} (2024/2025)</a:t>
            </a:r>
          </a:p>
        </p:txBody>
      </p:sp>
      <p:sp>
        <p:nvSpPr>
          <p:cNvPr id="172" name="TextBox 73"/>
          <p:cNvSpPr txBox="1"/>
          <p:nvPr/>
        </p:nvSpPr>
        <p:spPr>
          <a:xfrm>
            <a:off x="3198220" y="4082400"/>
            <a:ext cx="7495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{{GAMES}}</a:t>
            </a:r>
            <a:endParaRPr/>
          </a:p>
        </p:txBody>
      </p:sp>
      <p:sp>
        <p:nvSpPr>
          <p:cNvPr id="173" name="TextBox 74"/>
          <p:cNvSpPr txBox="1"/>
          <p:nvPr/>
        </p:nvSpPr>
        <p:spPr>
          <a:xfrm>
            <a:off x="4046504" y="4082400"/>
            <a:ext cx="87459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{{MINUTES}}</a:t>
            </a:r>
            <a:endParaRPr/>
          </a:p>
        </p:txBody>
      </p:sp>
      <p:sp>
        <p:nvSpPr>
          <p:cNvPr id="174" name="TextBox 75"/>
          <p:cNvSpPr txBox="1"/>
          <p:nvPr/>
        </p:nvSpPr>
        <p:spPr>
          <a:xfrm>
            <a:off x="5097458" y="4082400"/>
            <a:ext cx="70948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{{GOALS}}</a:t>
            </a:r>
            <a:endParaRPr/>
          </a:p>
        </p:txBody>
      </p:sp>
      <p:sp>
        <p:nvSpPr>
          <p:cNvPr id="175" name="TextBox 76"/>
          <p:cNvSpPr txBox="1"/>
          <p:nvPr/>
        </p:nvSpPr>
        <p:spPr>
          <a:xfrm>
            <a:off x="5945401" y="4082400"/>
            <a:ext cx="77040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{{ASSISTS}}</a:t>
            </a:r>
            <a:endParaRPr/>
          </a:p>
        </p:txBody>
      </p:sp>
      <p:sp>
        <p:nvSpPr>
          <p:cNvPr id="178" name="TextBox 28"/>
          <p:cNvSpPr txBox="1"/>
          <p:nvPr/>
        </p:nvSpPr>
        <p:spPr>
          <a:xfrm>
            <a:off x="300173" y="1081666"/>
            <a:ext cx="3034310" cy="252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lvl1pPr>
              <a:lnSpc>
                <a:spcPct val="80000"/>
              </a:lnSpc>
              <a:defRPr sz="2000"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 defTabSz="914400"/>
            <a:r>
              <a:rPr lang="nl-NL"/>
              <a:t>{PLAYER_NAME}</a:t>
            </a:r>
            <a:endParaRPr/>
          </a:p>
        </p:txBody>
      </p:sp>
      <p:pic>
        <p:nvPicPr>
          <p:cNvPr id="180" name="pasted-image.tiff" descr="pasted-image.tiff"/>
          <p:cNvPicPr>
            <a:picLocks noChangeAspect="1"/>
          </p:cNvPicPr>
          <p:nvPr/>
        </p:nvPicPr>
        <p:blipFill>
          <a:blip r:embed="rId5">
            <a:alphaModFix amt="85000"/>
          </a:blip>
          <a:srcRect l="4545" t="19455" r="2658" b="21336"/>
          <a:stretch>
            <a:fillRect/>
          </a:stretch>
        </p:blipFill>
        <p:spPr>
          <a:xfrm rot="16200000">
            <a:off x="4879038" y="460156"/>
            <a:ext cx="1566863" cy="1036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1" name="9"/>
          <p:cNvSpPr/>
          <p:nvPr/>
        </p:nvSpPr>
        <p:spPr>
          <a:xfrm>
            <a:off x="5599962" y="46628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9</a:t>
            </a:r>
          </a:p>
        </p:txBody>
      </p:sp>
      <p:sp>
        <p:nvSpPr>
          <p:cNvPr id="182" name="11"/>
          <p:cNvSpPr/>
          <p:nvPr/>
        </p:nvSpPr>
        <p:spPr>
          <a:xfrm>
            <a:off x="5267533" y="60191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11</a:t>
            </a:r>
          </a:p>
        </p:txBody>
      </p:sp>
      <p:sp>
        <p:nvSpPr>
          <p:cNvPr id="183" name="7"/>
          <p:cNvSpPr/>
          <p:nvPr/>
        </p:nvSpPr>
        <p:spPr>
          <a:xfrm>
            <a:off x="5932390" y="601913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7</a:t>
            </a:r>
          </a:p>
        </p:txBody>
      </p:sp>
      <p:sp>
        <p:nvSpPr>
          <p:cNvPr id="184" name="8"/>
          <p:cNvSpPr/>
          <p:nvPr/>
        </p:nvSpPr>
        <p:spPr>
          <a:xfrm>
            <a:off x="5438287" y="84040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8</a:t>
            </a:r>
          </a:p>
        </p:txBody>
      </p:sp>
      <p:sp>
        <p:nvSpPr>
          <p:cNvPr id="185" name="10"/>
          <p:cNvSpPr/>
          <p:nvPr/>
        </p:nvSpPr>
        <p:spPr>
          <a:xfrm>
            <a:off x="5788332" y="84040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10</a:t>
            </a:r>
          </a:p>
        </p:txBody>
      </p:sp>
      <p:sp>
        <p:nvSpPr>
          <p:cNvPr id="186" name="6"/>
          <p:cNvSpPr/>
          <p:nvPr/>
        </p:nvSpPr>
        <p:spPr>
          <a:xfrm>
            <a:off x="5599962" y="1040340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6</a:t>
            </a:r>
          </a:p>
        </p:txBody>
      </p:sp>
      <p:sp>
        <p:nvSpPr>
          <p:cNvPr id="187" name="5"/>
          <p:cNvSpPr/>
          <p:nvPr/>
        </p:nvSpPr>
        <p:spPr>
          <a:xfrm>
            <a:off x="5245485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5</a:t>
            </a:r>
          </a:p>
        </p:txBody>
      </p:sp>
      <p:sp>
        <p:nvSpPr>
          <p:cNvPr id="188" name="2"/>
          <p:cNvSpPr/>
          <p:nvPr/>
        </p:nvSpPr>
        <p:spPr>
          <a:xfrm>
            <a:off x="5961787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2</a:t>
            </a:r>
          </a:p>
        </p:txBody>
      </p:sp>
      <p:sp>
        <p:nvSpPr>
          <p:cNvPr id="189" name="4"/>
          <p:cNvSpPr/>
          <p:nvPr/>
        </p:nvSpPr>
        <p:spPr>
          <a:xfrm>
            <a:off x="5438287" y="126599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4</a:t>
            </a:r>
          </a:p>
        </p:txBody>
      </p:sp>
      <p:sp>
        <p:nvSpPr>
          <p:cNvPr id="190" name="3"/>
          <p:cNvSpPr/>
          <p:nvPr/>
        </p:nvSpPr>
        <p:spPr>
          <a:xfrm>
            <a:off x="5762611" y="126599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3</a:t>
            </a:r>
          </a:p>
        </p:txBody>
      </p:sp>
      <p:sp>
        <p:nvSpPr>
          <p:cNvPr id="191" name="1"/>
          <p:cNvSpPr/>
          <p:nvPr/>
        </p:nvSpPr>
        <p:spPr>
          <a:xfrm>
            <a:off x="5599962" y="151716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</a:t>
            </a:r>
          </a:p>
        </p:txBody>
      </p:sp>
      <p:sp>
        <p:nvSpPr>
          <p:cNvPr id="193" name="Tekstvak 8"/>
          <p:cNvSpPr txBox="1"/>
          <p:nvPr/>
        </p:nvSpPr>
        <p:spPr>
          <a:xfrm>
            <a:off x="279177" y="4589050"/>
            <a:ext cx="1430987" cy="2616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2FC0F-7778-2B25-4C95-EC227905986F}"/>
              </a:ext>
            </a:extLst>
          </p:cNvPr>
          <p:cNvSpPr/>
          <p:nvPr/>
        </p:nvSpPr>
        <p:spPr>
          <a:xfrm>
            <a:off x="3762643" y="77537"/>
            <a:ext cx="1189935" cy="1754324"/>
          </a:xfrm>
          <a:prstGeom prst="rect">
            <a:avLst/>
          </a:prstGeom>
          <a:solidFill>
            <a:srgbClr val="FFFFFF"/>
          </a:solidFill>
          <a:ln w="1905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{IMAGE}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70E66F-FDAA-0070-7C79-E2F3E1807420}"/>
              </a:ext>
            </a:extLst>
          </p:cNvPr>
          <p:cNvSpPr/>
          <p:nvPr/>
        </p:nvSpPr>
        <p:spPr>
          <a:xfrm>
            <a:off x="228597" y="6212291"/>
            <a:ext cx="3108960" cy="310896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{{RADAR_CHART}}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77BFF67-E3DC-DAF9-7053-0AF1A279012C}"/>
              </a:ext>
            </a:extLst>
          </p:cNvPr>
          <p:cNvSpPr/>
          <p:nvPr/>
        </p:nvSpPr>
        <p:spPr>
          <a:xfrm>
            <a:off x="3545973" y="6207770"/>
            <a:ext cx="3108960" cy="31089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530CA0-0D9F-70EC-6B1D-2E27C30B5E9B}"/>
              </a:ext>
            </a:extLst>
          </p:cNvPr>
          <p:cNvSpPr/>
          <p:nvPr/>
        </p:nvSpPr>
        <p:spPr>
          <a:xfrm>
            <a:off x="3545973" y="6207770"/>
            <a:ext cx="3108960" cy="310896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{{PERFORMANCE_CHART}}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39DDD7D-3A0C-6109-7668-4B3E8487D472}"/>
              </a:ext>
            </a:extLst>
          </p:cNvPr>
          <p:cNvSpPr/>
          <p:nvPr/>
        </p:nvSpPr>
        <p:spPr>
          <a:xfrm>
            <a:off x="234547" y="6212291"/>
            <a:ext cx="3108960" cy="310896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9" name="Rechthoek">
            <a:extLst>
              <a:ext uri="{FF2B5EF4-FFF2-40B4-BE49-F238E27FC236}">
                <a16:creationId xmlns:a16="http://schemas.microsoft.com/office/drawing/2014/main" id="{A06A7496-2F9E-232D-D46C-98387FA1F4D7}"/>
              </a:ext>
            </a:extLst>
          </p:cNvPr>
          <p:cNvSpPr/>
          <p:nvPr/>
        </p:nvSpPr>
        <p:spPr>
          <a:xfrm>
            <a:off x="5074201" y="142292"/>
            <a:ext cx="1160445" cy="1672365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" name="Rechte verbindingslijn 6">
            <a:extLst>
              <a:ext uri="{FF2B5EF4-FFF2-40B4-BE49-F238E27FC236}">
                <a16:creationId xmlns:a16="http://schemas.microsoft.com/office/drawing/2014/main" id="{A23C5B04-6DAC-0EC1-08D4-63C00CCB1815}"/>
              </a:ext>
            </a:extLst>
          </p:cNvPr>
          <p:cNvSpPr/>
          <p:nvPr/>
        </p:nvSpPr>
        <p:spPr>
          <a:xfrm flipH="1">
            <a:off x="2836460" y="3794464"/>
            <a:ext cx="1" cy="1566863"/>
          </a:xfrm>
          <a:prstGeom prst="line">
            <a:avLst/>
          </a:prstGeom>
          <a:ln w="19050">
            <a:solidFill>
              <a:srgbClr val="173883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12" name="TextBox 72">
            <a:extLst>
              <a:ext uri="{FF2B5EF4-FFF2-40B4-BE49-F238E27FC236}">
                <a16:creationId xmlns:a16="http://schemas.microsoft.com/office/drawing/2014/main" id="{06D2ADCC-DB12-998A-F693-AD240609E0BB}"/>
              </a:ext>
            </a:extLst>
          </p:cNvPr>
          <p:cNvSpPr txBox="1"/>
          <p:nvPr/>
        </p:nvSpPr>
        <p:spPr>
          <a:xfrm>
            <a:off x="271713" y="4388558"/>
            <a:ext cx="3594889" cy="281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{{CLUB_2024/2025}} (2024/2025)</a:t>
            </a:r>
          </a:p>
        </p:txBody>
      </p:sp>
      <p:sp>
        <p:nvSpPr>
          <p:cNvPr id="13" name="TextBox 72">
            <a:extLst>
              <a:ext uri="{FF2B5EF4-FFF2-40B4-BE49-F238E27FC236}">
                <a16:creationId xmlns:a16="http://schemas.microsoft.com/office/drawing/2014/main" id="{7DE77425-E702-EC58-C155-A0740A2F1639}"/>
              </a:ext>
            </a:extLst>
          </p:cNvPr>
          <p:cNvSpPr txBox="1"/>
          <p:nvPr/>
        </p:nvSpPr>
        <p:spPr>
          <a:xfrm>
            <a:off x="271713" y="4716249"/>
            <a:ext cx="3982423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{{CLUB_2023/2024}} (2023/2024)</a:t>
            </a:r>
          </a:p>
        </p:txBody>
      </p:sp>
      <p:sp>
        <p:nvSpPr>
          <p:cNvPr id="14" name="TextBox 72">
            <a:extLst>
              <a:ext uri="{FF2B5EF4-FFF2-40B4-BE49-F238E27FC236}">
                <a16:creationId xmlns:a16="http://schemas.microsoft.com/office/drawing/2014/main" id="{32DF8666-D1B4-CD0B-C7D8-B88FF80B5AB2}"/>
              </a:ext>
            </a:extLst>
          </p:cNvPr>
          <p:cNvSpPr txBox="1"/>
          <p:nvPr/>
        </p:nvSpPr>
        <p:spPr>
          <a:xfrm>
            <a:off x="271713" y="5028809"/>
            <a:ext cx="3780895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{{CLUB_2022/2023}} (2022/2023)</a:t>
            </a:r>
          </a:p>
        </p:txBody>
      </p:sp>
      <p:pic>
        <p:nvPicPr>
          <p:cNvPr id="31" name="Afbeelding 47" descr="Afbeelding 47">
            <a:extLst>
              <a:ext uri="{FF2B5EF4-FFF2-40B4-BE49-F238E27FC236}">
                <a16:creationId xmlns:a16="http://schemas.microsoft.com/office/drawing/2014/main" id="{6526D066-9B91-00EC-0B0E-EF1A19E389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9" cy="392864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TextBox 73">
            <a:extLst>
              <a:ext uri="{FF2B5EF4-FFF2-40B4-BE49-F238E27FC236}">
                <a16:creationId xmlns:a16="http://schemas.microsoft.com/office/drawing/2014/main" id="{4E8D4BBB-CD3C-A8E8-FCFF-377DE27583B8}"/>
              </a:ext>
            </a:extLst>
          </p:cNvPr>
          <p:cNvSpPr txBox="1"/>
          <p:nvPr/>
        </p:nvSpPr>
        <p:spPr>
          <a:xfrm>
            <a:off x="3194210" y="4388558"/>
            <a:ext cx="755973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{{G24/25}}</a:t>
            </a:r>
            <a:endParaRPr/>
          </a:p>
        </p:txBody>
      </p:sp>
      <p:sp>
        <p:nvSpPr>
          <p:cNvPr id="33" name="TextBox 74">
            <a:extLst>
              <a:ext uri="{FF2B5EF4-FFF2-40B4-BE49-F238E27FC236}">
                <a16:creationId xmlns:a16="http://schemas.microsoft.com/office/drawing/2014/main" id="{BBB713D0-BAE5-82DD-D841-7DCC6F996928}"/>
              </a:ext>
            </a:extLst>
          </p:cNvPr>
          <p:cNvSpPr txBox="1"/>
          <p:nvPr/>
        </p:nvSpPr>
        <p:spPr>
          <a:xfrm>
            <a:off x="4088180" y="4388558"/>
            <a:ext cx="789636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{{M24/25}}</a:t>
            </a:r>
          </a:p>
        </p:txBody>
      </p:sp>
      <p:sp>
        <p:nvSpPr>
          <p:cNvPr id="34" name="TextBox 75">
            <a:extLst>
              <a:ext uri="{FF2B5EF4-FFF2-40B4-BE49-F238E27FC236}">
                <a16:creationId xmlns:a16="http://schemas.microsoft.com/office/drawing/2014/main" id="{98926A7D-E11D-4A2E-B8F5-21C628F82E52}"/>
              </a:ext>
            </a:extLst>
          </p:cNvPr>
          <p:cNvSpPr txBox="1"/>
          <p:nvPr/>
        </p:nvSpPr>
        <p:spPr>
          <a:xfrm>
            <a:off x="5022115" y="4388558"/>
            <a:ext cx="858564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{{GO24/25}}</a:t>
            </a:r>
          </a:p>
          <a:p>
            <a:endParaRPr/>
          </a:p>
        </p:txBody>
      </p:sp>
      <p:sp>
        <p:nvSpPr>
          <p:cNvPr id="35" name="TextBox 76">
            <a:extLst>
              <a:ext uri="{FF2B5EF4-FFF2-40B4-BE49-F238E27FC236}">
                <a16:creationId xmlns:a16="http://schemas.microsoft.com/office/drawing/2014/main" id="{DF909042-067C-83F0-41A9-F6F568B5D3C9}"/>
              </a:ext>
            </a:extLst>
          </p:cNvPr>
          <p:cNvSpPr txBox="1"/>
          <p:nvPr/>
        </p:nvSpPr>
        <p:spPr>
          <a:xfrm>
            <a:off x="5956623" y="4388558"/>
            <a:ext cx="747958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{{A24/25}}</a:t>
            </a:r>
          </a:p>
          <a:p>
            <a:endParaRPr/>
          </a:p>
        </p:txBody>
      </p:sp>
      <p:sp>
        <p:nvSpPr>
          <p:cNvPr id="36" name="TextBox 73">
            <a:extLst>
              <a:ext uri="{FF2B5EF4-FFF2-40B4-BE49-F238E27FC236}">
                <a16:creationId xmlns:a16="http://schemas.microsoft.com/office/drawing/2014/main" id="{1D943C90-0A0D-5AEE-FD32-C472C13C4E6E}"/>
              </a:ext>
            </a:extLst>
          </p:cNvPr>
          <p:cNvSpPr txBox="1"/>
          <p:nvPr/>
        </p:nvSpPr>
        <p:spPr>
          <a:xfrm>
            <a:off x="3194210" y="4716249"/>
            <a:ext cx="755972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{{G23/24}}</a:t>
            </a:r>
          </a:p>
          <a:p>
            <a:endParaRPr/>
          </a:p>
        </p:txBody>
      </p:sp>
      <p:sp>
        <p:nvSpPr>
          <p:cNvPr id="37" name="TextBox 74">
            <a:extLst>
              <a:ext uri="{FF2B5EF4-FFF2-40B4-BE49-F238E27FC236}">
                <a16:creationId xmlns:a16="http://schemas.microsoft.com/office/drawing/2014/main" id="{122C9079-3B49-943B-C654-FE9BA52B87C0}"/>
              </a:ext>
            </a:extLst>
          </p:cNvPr>
          <p:cNvSpPr txBox="1"/>
          <p:nvPr/>
        </p:nvSpPr>
        <p:spPr>
          <a:xfrm>
            <a:off x="4105011" y="4716249"/>
            <a:ext cx="755972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{{G23/24}}</a:t>
            </a:r>
          </a:p>
          <a:p>
            <a:endParaRPr/>
          </a:p>
        </p:txBody>
      </p:sp>
      <p:sp>
        <p:nvSpPr>
          <p:cNvPr id="38" name="TextBox 75">
            <a:extLst>
              <a:ext uri="{FF2B5EF4-FFF2-40B4-BE49-F238E27FC236}">
                <a16:creationId xmlns:a16="http://schemas.microsoft.com/office/drawing/2014/main" id="{0DF7A233-D532-35F6-43F9-AC9D9702F216}"/>
              </a:ext>
            </a:extLst>
          </p:cNvPr>
          <p:cNvSpPr txBox="1"/>
          <p:nvPr/>
        </p:nvSpPr>
        <p:spPr>
          <a:xfrm>
            <a:off x="5022115" y="4716249"/>
            <a:ext cx="858564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{{GO23/24}}</a:t>
            </a:r>
          </a:p>
          <a:p>
            <a:endParaRPr/>
          </a:p>
        </p:txBody>
      </p:sp>
      <p:sp>
        <p:nvSpPr>
          <p:cNvPr id="39" name="TextBox 76">
            <a:extLst>
              <a:ext uri="{FF2B5EF4-FFF2-40B4-BE49-F238E27FC236}">
                <a16:creationId xmlns:a16="http://schemas.microsoft.com/office/drawing/2014/main" id="{DC1E359B-CEC8-5103-7FE0-6A705AC5D119}"/>
              </a:ext>
            </a:extLst>
          </p:cNvPr>
          <p:cNvSpPr txBox="1"/>
          <p:nvPr/>
        </p:nvSpPr>
        <p:spPr>
          <a:xfrm>
            <a:off x="5956623" y="4716249"/>
            <a:ext cx="747958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{{A23/24}}</a:t>
            </a:r>
          </a:p>
          <a:p>
            <a:endParaRPr/>
          </a:p>
        </p:txBody>
      </p:sp>
      <p:sp>
        <p:nvSpPr>
          <p:cNvPr id="40" name="TextBox 73">
            <a:extLst>
              <a:ext uri="{FF2B5EF4-FFF2-40B4-BE49-F238E27FC236}">
                <a16:creationId xmlns:a16="http://schemas.microsoft.com/office/drawing/2014/main" id="{FE365C3A-F312-EDC5-3058-47EE10D5EB87}"/>
              </a:ext>
            </a:extLst>
          </p:cNvPr>
          <p:cNvSpPr txBox="1"/>
          <p:nvPr/>
        </p:nvSpPr>
        <p:spPr>
          <a:xfrm>
            <a:off x="3194210" y="5028809"/>
            <a:ext cx="755972" cy="276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{{G22/23}}</a:t>
            </a:r>
          </a:p>
        </p:txBody>
      </p:sp>
      <p:sp>
        <p:nvSpPr>
          <p:cNvPr id="41" name="TextBox 74">
            <a:extLst>
              <a:ext uri="{FF2B5EF4-FFF2-40B4-BE49-F238E27FC236}">
                <a16:creationId xmlns:a16="http://schemas.microsoft.com/office/drawing/2014/main" id="{4930AC89-81CA-566A-B2BD-F5118C00FE3D}"/>
              </a:ext>
            </a:extLst>
          </p:cNvPr>
          <p:cNvSpPr txBox="1"/>
          <p:nvPr/>
        </p:nvSpPr>
        <p:spPr>
          <a:xfrm>
            <a:off x="4105011" y="5028809"/>
            <a:ext cx="755972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{{G22/23}}</a:t>
            </a:r>
          </a:p>
          <a:p>
            <a:endParaRPr/>
          </a:p>
        </p:txBody>
      </p:sp>
      <p:sp>
        <p:nvSpPr>
          <p:cNvPr id="42" name="TextBox 75">
            <a:extLst>
              <a:ext uri="{FF2B5EF4-FFF2-40B4-BE49-F238E27FC236}">
                <a16:creationId xmlns:a16="http://schemas.microsoft.com/office/drawing/2014/main" id="{ABCD3AC6-7BCB-81CE-1834-8EB7126E9105}"/>
              </a:ext>
            </a:extLst>
          </p:cNvPr>
          <p:cNvSpPr txBox="1"/>
          <p:nvPr/>
        </p:nvSpPr>
        <p:spPr>
          <a:xfrm>
            <a:off x="5022115" y="5028809"/>
            <a:ext cx="858564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{{GO22/23}}</a:t>
            </a:r>
          </a:p>
          <a:p>
            <a:endParaRPr/>
          </a:p>
        </p:txBody>
      </p:sp>
      <p:sp>
        <p:nvSpPr>
          <p:cNvPr id="43" name="TextBox 76">
            <a:extLst>
              <a:ext uri="{FF2B5EF4-FFF2-40B4-BE49-F238E27FC236}">
                <a16:creationId xmlns:a16="http://schemas.microsoft.com/office/drawing/2014/main" id="{83791589-56D9-0F0E-DEE0-3189C7FF6F5D}"/>
              </a:ext>
            </a:extLst>
          </p:cNvPr>
          <p:cNvSpPr txBox="1"/>
          <p:nvPr/>
        </p:nvSpPr>
        <p:spPr>
          <a:xfrm>
            <a:off x="5956623" y="5028809"/>
            <a:ext cx="747958" cy="615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{{A22/23}}</a:t>
            </a:r>
          </a:p>
          <a:p>
            <a:endParaRPr/>
          </a:p>
        </p:txBody>
      </p:sp>
      <p:sp>
        <p:nvSpPr>
          <p:cNvPr id="3" name="Rectangle: Single Corner Rounded 2">
            <a:extLst>
              <a:ext uri="{FF2B5EF4-FFF2-40B4-BE49-F238E27FC236}">
                <a16:creationId xmlns:a16="http://schemas.microsoft.com/office/drawing/2014/main" id="{C2A14CDF-BFC8-C478-AAF8-18B7FB72B9A4}"/>
              </a:ext>
            </a:extLst>
          </p:cNvPr>
          <p:cNvSpPr/>
          <p:nvPr/>
        </p:nvSpPr>
        <p:spPr>
          <a:xfrm>
            <a:off x="574308" y="3324888"/>
            <a:ext cx="2271711" cy="369330"/>
          </a:xfrm>
          <a:prstGeom prst="round1Rect">
            <a:avLst/>
          </a:prstGeom>
          <a:solidFill>
            <a:schemeClr val="tx1"/>
          </a:solidFill>
          <a:ln w="1905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#STATS</a:t>
            </a: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173883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2308</TotalTime>
  <Words>189</Words>
  <Application>Microsoft Office PowerPoint</Application>
  <PresentationFormat>A4 Paper (210x297 mm)</PresentationFormat>
  <Paragraphs>79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Kramer, Roeland</dc:creator>
  <cp:lastModifiedBy>roeland kramer</cp:lastModifiedBy>
  <cp:revision>36</cp:revision>
  <dcterms:modified xsi:type="dcterms:W3CDTF">2026-02-12T14:13:55Z</dcterms:modified>
</cp:coreProperties>
</file>