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6858000" cy="9906000" type="A4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Apto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1D8"/>
          </a:solidFill>
        </a:fill>
      </a:tcStyle>
    </a:wholeTbl>
    <a:band2H>
      <a:tcTxStyle/>
      <a:tcStyle>
        <a:tcBdr/>
        <a:fill>
          <a:solidFill>
            <a:srgbClr val="E7E9EC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BD3CB"/>
          </a:solidFill>
        </a:fill>
      </a:tcStyle>
    </a:wholeTbl>
    <a:band2H>
      <a:tcTxStyle/>
      <a:tcStyle>
        <a:tcBdr/>
        <a:fill>
          <a:solidFill>
            <a:srgbClr val="E7EA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E1CC"/>
          </a:solidFill>
        </a:fill>
      </a:tcStyle>
    </a:wholeTbl>
    <a:band2H>
      <a:tcTxStyle/>
      <a:tcStyle>
        <a:tcBdr/>
        <a:fill>
          <a:solidFill>
            <a:srgbClr val="E8F0E7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3" d="100"/>
          <a:sy n="73" d="100"/>
        </p:scale>
        <p:origin x="322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Shape 15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152" name="Shape 15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Aptos"/>
      </a:defRPr>
    </a:lvl1pPr>
    <a:lvl2pPr indent="228600" defTabSz="457200" latinLnBrk="0">
      <a:defRPr sz="1200">
        <a:latin typeface="+mn-lt"/>
        <a:ea typeface="+mn-ea"/>
        <a:cs typeface="+mn-cs"/>
        <a:sym typeface="Aptos"/>
      </a:defRPr>
    </a:lvl2pPr>
    <a:lvl3pPr indent="457200" defTabSz="457200" latinLnBrk="0">
      <a:defRPr sz="1200">
        <a:latin typeface="+mn-lt"/>
        <a:ea typeface="+mn-ea"/>
        <a:cs typeface="+mn-cs"/>
        <a:sym typeface="Aptos"/>
      </a:defRPr>
    </a:lvl3pPr>
    <a:lvl4pPr indent="685800" defTabSz="457200" latinLnBrk="0">
      <a:defRPr sz="1200">
        <a:latin typeface="+mn-lt"/>
        <a:ea typeface="+mn-ea"/>
        <a:cs typeface="+mn-cs"/>
        <a:sym typeface="Aptos"/>
      </a:defRPr>
    </a:lvl4pPr>
    <a:lvl5pPr indent="914400" defTabSz="457200" latinLnBrk="0">
      <a:defRPr sz="1200">
        <a:latin typeface="+mn-lt"/>
        <a:ea typeface="+mn-ea"/>
        <a:cs typeface="+mn-cs"/>
        <a:sym typeface="Aptos"/>
      </a:defRPr>
    </a:lvl5pPr>
    <a:lvl6pPr indent="1143000" defTabSz="457200" latinLnBrk="0">
      <a:defRPr sz="1200">
        <a:latin typeface="+mn-lt"/>
        <a:ea typeface="+mn-ea"/>
        <a:cs typeface="+mn-cs"/>
        <a:sym typeface="Aptos"/>
      </a:defRPr>
    </a:lvl6pPr>
    <a:lvl7pPr indent="1371600" defTabSz="457200" latinLnBrk="0">
      <a:defRPr sz="1200">
        <a:latin typeface="+mn-lt"/>
        <a:ea typeface="+mn-ea"/>
        <a:cs typeface="+mn-cs"/>
        <a:sym typeface="Aptos"/>
      </a:defRPr>
    </a:lvl7pPr>
    <a:lvl8pPr indent="1600200" defTabSz="457200" latinLnBrk="0">
      <a:defRPr sz="1200">
        <a:latin typeface="+mn-lt"/>
        <a:ea typeface="+mn-ea"/>
        <a:cs typeface="+mn-cs"/>
        <a:sym typeface="Aptos"/>
      </a:defRPr>
    </a:lvl8pPr>
    <a:lvl9pPr indent="1828800" defTabSz="457200" latinLnBrk="0">
      <a:defRPr sz="1200">
        <a:latin typeface="+mn-lt"/>
        <a:ea typeface="+mn-ea"/>
        <a:cs typeface="+mn-cs"/>
        <a:sym typeface="Apto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21" name="Hoofdtekst - niveau één…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22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kst"/>
          <p:cNvSpPr txBox="1">
            <a:spLocks noGrp="1"/>
          </p:cNvSpPr>
          <p:nvPr>
            <p:ph type="title"/>
          </p:nvPr>
        </p:nvSpPr>
        <p:spPr>
          <a:xfrm>
            <a:off x="467916" y="2469624"/>
            <a:ext cx="5915026" cy="4120621"/>
          </a:xfrm>
          <a:prstGeom prst="rect">
            <a:avLst/>
          </a:prstGeom>
        </p:spPr>
        <p:txBody>
          <a:bodyPr anchor="b"/>
          <a:lstStyle>
            <a:lvl1pPr>
              <a:defRPr sz="4500"/>
            </a:lvl1pPr>
          </a:lstStyle>
          <a:p>
            <a:r>
              <a:t>Titeltekst</a:t>
            </a:r>
          </a:p>
        </p:txBody>
      </p:sp>
      <p:sp>
        <p:nvSpPr>
          <p:cNvPr id="30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67916" y="6629226"/>
            <a:ext cx="5915026" cy="216693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800">
                <a:solidFill>
                  <a:srgbClr val="757575"/>
                </a:solidFill>
              </a:defRPr>
            </a:lvl1pPr>
            <a:lvl2pPr marL="0" indent="342900">
              <a:buSzTx/>
              <a:buFontTx/>
              <a:buNone/>
              <a:defRPr sz="1800">
                <a:solidFill>
                  <a:srgbClr val="757575"/>
                </a:solidFill>
              </a:defRPr>
            </a:lvl2pPr>
            <a:lvl3pPr marL="0" indent="685800">
              <a:buSzTx/>
              <a:buFontTx/>
              <a:buNone/>
              <a:defRPr sz="1800">
                <a:solidFill>
                  <a:srgbClr val="757575"/>
                </a:solidFill>
              </a:defRPr>
            </a:lvl3pPr>
            <a:lvl4pPr marL="0" indent="1028700">
              <a:buSzTx/>
              <a:buFontTx/>
              <a:buNone/>
              <a:defRPr sz="1800">
                <a:solidFill>
                  <a:srgbClr val="757575"/>
                </a:solidFill>
              </a:defRPr>
            </a:lvl4pPr>
            <a:lvl5pPr marL="0" indent="1371600">
              <a:buSzTx/>
              <a:buFontTx/>
              <a:buNone/>
              <a:defRPr sz="1800">
                <a:solidFill>
                  <a:srgbClr val="757575"/>
                </a:solidFill>
              </a:defRPr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31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39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471487" y="2637014"/>
            <a:ext cx="2914651" cy="6285267"/>
          </a:xfrm>
          <a:prstGeom prst="rect">
            <a:avLst/>
          </a:prstGeom>
        </p:spPr>
        <p:txBody>
          <a:bodyPr/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kst"/>
          <p:cNvSpPr txBox="1">
            <a:spLocks noGrp="1"/>
          </p:cNvSpPr>
          <p:nvPr>
            <p:ph type="title"/>
          </p:nvPr>
        </p:nvSpPr>
        <p:spPr>
          <a:xfrm>
            <a:off x="472381" y="527405"/>
            <a:ext cx="5915026" cy="1914702"/>
          </a:xfrm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48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428346"/>
            <a:ext cx="2901256" cy="1190096"/>
          </a:xfrm>
          <a:prstGeom prst="rect">
            <a:avLst/>
          </a:prstGeom>
        </p:spPr>
        <p:txBody>
          <a:bodyPr anchor="b"/>
          <a:lstStyle>
            <a:lvl1pPr marL="0" indent="0">
              <a:buSzTx/>
              <a:buFontTx/>
              <a:buNone/>
              <a:defRPr sz="1800" b="1"/>
            </a:lvl1pPr>
            <a:lvl2pPr marL="0" indent="342900">
              <a:buSzTx/>
              <a:buFontTx/>
              <a:buNone/>
              <a:defRPr sz="1800" b="1"/>
            </a:lvl2pPr>
            <a:lvl3pPr marL="0" indent="685800">
              <a:buSzTx/>
              <a:buFontTx/>
              <a:buNone/>
              <a:defRPr sz="1800" b="1"/>
            </a:lvl3pPr>
            <a:lvl4pPr marL="0" indent="1028700">
              <a:buSzTx/>
              <a:buFontTx/>
              <a:buNone/>
              <a:defRPr sz="1800" b="1"/>
            </a:lvl4pPr>
            <a:lvl5pPr marL="0" indent="1371600">
              <a:buSzTx/>
              <a:buFontTx/>
              <a:buNone/>
              <a:defRPr sz="1800" b="1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9" name="Text Placeholder 4"/>
          <p:cNvSpPr>
            <a:spLocks noGrp="1"/>
          </p:cNvSpPr>
          <p:nvPr>
            <p:ph type="body" sz="quarter" idx="21"/>
          </p:nvPr>
        </p:nvSpPr>
        <p:spPr>
          <a:xfrm>
            <a:off x="3471862" y="2428346"/>
            <a:ext cx="2915544" cy="1190096"/>
          </a:xfrm>
          <a:prstGeom prst="rect">
            <a:avLst/>
          </a:prstGeom>
        </p:spPr>
        <p:txBody>
          <a:bodyPr anchor="b"/>
          <a:lstStyle/>
          <a:p>
            <a:pPr marL="0" indent="0">
              <a:buSzTx/>
              <a:buFontTx/>
              <a:buNone/>
              <a:defRPr sz="1800" b="1"/>
            </a:pPr>
            <a:endParaRPr/>
          </a:p>
        </p:txBody>
      </p:sp>
      <p:sp>
        <p:nvSpPr>
          <p:cNvPr id="50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kst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t>Titeltekst</a:t>
            </a:r>
          </a:p>
        </p:txBody>
      </p:sp>
      <p:sp>
        <p:nvSpPr>
          <p:cNvPr id="58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73" name="Hoofdtekst - niveau één…"/>
          <p:cNvSpPr txBox="1">
            <a:spLocks noGrp="1"/>
          </p:cNvSpPr>
          <p:nvPr>
            <p:ph type="body" sz="half" idx="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 marL="538842" indent="-195942">
              <a:defRPr sz="2400"/>
            </a:lvl2pPr>
            <a:lvl3pPr marL="914400" indent="-228600">
              <a:defRPr sz="2400"/>
            </a:lvl3pPr>
            <a:lvl4pPr marL="1303019" indent="-274319">
              <a:defRPr sz="2400"/>
            </a:lvl4pPr>
            <a:lvl5pPr marL="1645920" indent="-274320">
              <a:defRPr sz="24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74" name="Text Placeholder 3"/>
          <p:cNvSpPr>
            <a:spLocks noGrp="1"/>
          </p:cNvSpPr>
          <p:nvPr>
            <p:ph type="body" sz="quarter" idx="2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/>
          <a:p>
            <a:pPr marL="0" indent="0">
              <a:buSzTx/>
              <a:buFontTx/>
              <a:buNone/>
              <a:defRPr sz="1200"/>
            </a:pPr>
            <a:endParaRPr/>
          </a:p>
        </p:txBody>
      </p:sp>
      <p:sp>
        <p:nvSpPr>
          <p:cNvPr id="7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kst"/>
          <p:cNvSpPr txBox="1"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</p:spPr>
        <p:txBody>
          <a:bodyPr anchor="b"/>
          <a:lstStyle>
            <a:lvl1pPr>
              <a:defRPr sz="2400"/>
            </a:lvl1pPr>
          </a:lstStyle>
          <a:p>
            <a:r>
              <a:t>Titeltekst</a:t>
            </a:r>
          </a:p>
        </p:txBody>
      </p:sp>
      <p:sp>
        <p:nvSpPr>
          <p:cNvPr id="83" name="Picture Placeholder 2"/>
          <p:cNvSpPr>
            <a:spLocks noGrp="1"/>
          </p:cNvSpPr>
          <p:nvPr>
            <p:ph type="pic" sz="half" idx="21"/>
          </p:nvPr>
        </p:nvSpPr>
        <p:spPr>
          <a:xfrm>
            <a:off x="2915542" y="1426282"/>
            <a:ext cx="3471864" cy="7039682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endParaRPr/>
          </a:p>
        </p:txBody>
      </p:sp>
      <p:sp>
        <p:nvSpPr>
          <p:cNvPr id="84" name="Hoofdtekst - niveau één…"/>
          <p:cNvSpPr txBox="1">
            <a:spLocks noGrp="1"/>
          </p:cNvSpPr>
          <p:nvPr>
            <p:ph type="body" sz="quarter" idx="1"/>
          </p:nvPr>
        </p:nvSpPr>
        <p:spPr>
          <a:xfrm>
            <a:off x="472381" y="2971800"/>
            <a:ext cx="2211884" cy="5505628"/>
          </a:xfrm>
          <a:prstGeom prst="rect">
            <a:avLst/>
          </a:prstGeom>
        </p:spPr>
        <p:txBody>
          <a:bodyPr/>
          <a:lstStyle>
            <a:lvl1pPr marL="0" indent="0">
              <a:buSzTx/>
              <a:buFontTx/>
              <a:buNone/>
              <a:defRPr sz="1200"/>
            </a:lvl1pPr>
            <a:lvl2pPr marL="0" indent="342900">
              <a:buSzTx/>
              <a:buFontTx/>
              <a:buNone/>
              <a:defRPr sz="1200"/>
            </a:lvl2pPr>
            <a:lvl3pPr marL="0" indent="685800">
              <a:buSzTx/>
              <a:buFontTx/>
              <a:buNone/>
              <a:defRPr sz="1200"/>
            </a:lvl3pPr>
            <a:lvl4pPr marL="0" indent="1028700">
              <a:buSzTx/>
              <a:buFontTx/>
              <a:buNone/>
              <a:defRPr sz="1200"/>
            </a:lvl4pPr>
            <a:lvl5pPr marL="0" indent="1371600">
              <a:buSzTx/>
              <a:buFontTx/>
              <a:buNone/>
              <a:defRPr sz="1200"/>
            </a:lvl5pPr>
          </a:lstStyle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8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Afbeelding 10" descr="Afbeelding 10"/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74315" y="3684932"/>
            <a:ext cx="7147323" cy="6582205"/>
          </a:xfrm>
          <a:prstGeom prst="rect">
            <a:avLst/>
          </a:prstGeom>
          <a:ln w="12700">
            <a:miter lim="400000"/>
          </a:ln>
        </p:spPr>
      </p:pic>
      <p:pic>
        <p:nvPicPr>
          <p:cNvPr id="93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94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95" name="Afbeelding 9" descr="Afbeelding 9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18376"/>
            <a:ext cx="6858000" cy="1877886"/>
          </a:xfrm>
          <a:prstGeom prst="rect">
            <a:avLst/>
          </a:prstGeom>
          <a:ln w="12700">
            <a:miter lim="400000"/>
          </a:ln>
        </p:spPr>
      </p:pic>
      <p:pic>
        <p:nvPicPr>
          <p:cNvPr id="96" name="Afbeelding 12" descr="Afbeelding 1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97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98" name="Afbeelding 3" descr="Afbeelding 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99" name="Afbeelding 28" descr="Afbeelding 28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9" y="1019608"/>
            <a:ext cx="445478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0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1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2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3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04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05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06" name="Tekstvak 59"/>
          <p:cNvSpPr txBox="1"/>
          <p:nvPr/>
        </p:nvSpPr>
        <p:spPr>
          <a:xfrm>
            <a:off x="3432221" y="2585783"/>
            <a:ext cx="1863386" cy="701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PREFERRED FOOT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MAIN POSITION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SECONDARY POSITION</a:t>
            </a:r>
          </a:p>
        </p:txBody>
      </p:sp>
      <p:sp>
        <p:nvSpPr>
          <p:cNvPr id="107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08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09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10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11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pic>
        <p:nvPicPr>
          <p:cNvPr id="112" name="Afbeelding 13" descr="Afbeelding 1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0" y="3291418"/>
            <a:ext cx="6858000" cy="430004"/>
          </a:xfrm>
          <a:prstGeom prst="rect">
            <a:avLst/>
          </a:prstGeom>
          <a:ln w="12700">
            <a:miter lim="400000"/>
          </a:ln>
        </p:spPr>
      </p:pic>
      <p:pic>
        <p:nvPicPr>
          <p:cNvPr id="113" name="Afbeelding 29" descr="Afbeelding 29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4" name="Afbeelding 34" descr="Afbeelding 3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771098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5" name="Afbeelding 40" descr="Afbeelding 40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560459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16" name="Afbeelding 43" descr="Afbeelding 43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6630836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7" name="Afbeelding 45" descr="Afbeelding 45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8597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18" name="Afbeelding 47" descr="Afbeelding 47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19" name="TextBox 28"/>
          <p:cNvSpPr txBox="1"/>
          <p:nvPr/>
        </p:nvSpPr>
        <p:spPr>
          <a:xfrm>
            <a:off x="318080" y="5607511"/>
            <a:ext cx="82829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 cap="all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#DATA</a:t>
            </a:r>
          </a:p>
        </p:txBody>
      </p:sp>
      <p:sp>
        <p:nvSpPr>
          <p:cNvPr id="120" name="TextBox 28"/>
          <p:cNvSpPr txBox="1"/>
          <p:nvPr/>
        </p:nvSpPr>
        <p:spPr>
          <a:xfrm>
            <a:off x="605758" y="3329106"/>
            <a:ext cx="1817625" cy="36118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9143" tIns="9143" rIns="9143" bIns="9143" anchor="ctr">
            <a:spAutoFit/>
          </a:bodyPr>
          <a:lstStyle>
            <a:lvl1pPr defTabSz="91439">
              <a:defRPr sz="20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#STATISTIEKEN</a:t>
            </a:r>
          </a:p>
        </p:txBody>
      </p:sp>
      <p:pic>
        <p:nvPicPr>
          <p:cNvPr id="121" name="market-research-analysis-icon-wit.png" descr="market-research-analysis-icon-wi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0327" y="3392068"/>
            <a:ext cx="245699" cy="22658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2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pic>
        <p:nvPicPr>
          <p:cNvPr id="123" name="Afbeelding 20" descr="Afbeelding 20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0" y="1496935"/>
            <a:ext cx="6858000" cy="6912129"/>
          </a:xfrm>
          <a:prstGeom prst="rect">
            <a:avLst/>
          </a:prstGeom>
          <a:ln w="12700">
            <a:miter lim="400000"/>
          </a:ln>
        </p:spPr>
      </p:pic>
      <p:sp>
        <p:nvSpPr>
          <p:cNvPr id="124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eldia kopi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Afbeelding 18" descr="Afbeelding 1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061631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2" name="Rechthoek"/>
          <p:cNvSpPr/>
          <p:nvPr/>
        </p:nvSpPr>
        <p:spPr>
          <a:xfrm>
            <a:off x="-66675" y="1114237"/>
            <a:ext cx="3398093" cy="2811526"/>
          </a:xfrm>
          <a:prstGeom prst="rect">
            <a:avLst/>
          </a:prstGeom>
          <a:solidFill>
            <a:srgbClr val="FFFFFF">
              <a:alpha val="59729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33" name="Rechthoek"/>
          <p:cNvSpPr/>
          <p:nvPr/>
        </p:nvSpPr>
        <p:spPr>
          <a:xfrm>
            <a:off x="-66675" y="4006850"/>
            <a:ext cx="3398093" cy="6156288"/>
          </a:xfrm>
          <a:prstGeom prst="rect">
            <a:avLst/>
          </a:prstGeom>
          <a:solidFill>
            <a:srgbClr val="FFFFFF">
              <a:alpha val="59581"/>
            </a:srgbClr>
          </a:solidFill>
          <a:ln w="12700">
            <a:miter lim="400000"/>
          </a:ln>
        </p:spPr>
        <p:txBody>
          <a:bodyPr lIns="45719" rIns="45719" anchor="ctr"/>
          <a:lstStyle/>
          <a:p>
            <a:endParaRPr/>
          </a:p>
        </p:txBody>
      </p:sp>
      <p:pic>
        <p:nvPicPr>
          <p:cNvPr id="134" name="Afbeelding" descr="Afbeeldi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7339" y="-22389"/>
            <a:ext cx="3218490" cy="3242597"/>
          </a:xfrm>
          <a:prstGeom prst="rect">
            <a:avLst/>
          </a:prstGeom>
          <a:ln w="12700">
            <a:miter lim="400000"/>
          </a:ln>
        </p:spPr>
      </p:pic>
      <p:pic>
        <p:nvPicPr>
          <p:cNvPr id="135" name="Afbeelding" descr="Afbeeldi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86" y="330461"/>
            <a:ext cx="3235551" cy="4256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6" name="Afbeelding 15" descr="Afbeelding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6873"/>
            <a:ext cx="6858000" cy="2756743"/>
          </a:xfrm>
          <a:prstGeom prst="rect">
            <a:avLst/>
          </a:prstGeom>
          <a:ln w="12700">
            <a:miter lim="400000"/>
          </a:ln>
        </p:spPr>
      </p:pic>
      <p:pic>
        <p:nvPicPr>
          <p:cNvPr id="137" name="Afbeelding 20" descr="Afbeelding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149256"/>
            <a:ext cx="6858000" cy="2756744"/>
          </a:xfrm>
          <a:prstGeom prst="rect">
            <a:avLst/>
          </a:prstGeom>
          <a:ln w="12700">
            <a:miter lim="400000"/>
          </a:ln>
        </p:spPr>
      </p:pic>
      <p:sp>
        <p:nvSpPr>
          <p:cNvPr id="138" name="Rechthoek 21"/>
          <p:cNvSpPr/>
          <p:nvPr/>
        </p:nvSpPr>
        <p:spPr>
          <a:xfrm>
            <a:off x="0" y="968562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39" name="Rechthoek 22"/>
          <p:cNvSpPr/>
          <p:nvPr/>
        </p:nvSpPr>
        <p:spPr>
          <a:xfrm>
            <a:off x="0" y="372826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40" name="Rechthoek 23"/>
          <p:cNvSpPr/>
          <p:nvPr/>
        </p:nvSpPr>
        <p:spPr>
          <a:xfrm>
            <a:off x="0" y="6821241"/>
            <a:ext cx="6858000" cy="328016"/>
          </a:xfrm>
          <a:prstGeom prst="rect">
            <a:avLst/>
          </a:prstGeom>
          <a:solidFill>
            <a:srgbClr val="000000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pic>
        <p:nvPicPr>
          <p:cNvPr id="141" name="Afbeelding 3" descr="Afbeelding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sp>
        <p:nvSpPr>
          <p:cNvPr id="142" name="Tekstvak 28"/>
          <p:cNvSpPr txBox="1"/>
          <p:nvPr/>
        </p:nvSpPr>
        <p:spPr>
          <a:xfrm>
            <a:off x="274319" y="99563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STATISTICAL PROFILE</a:t>
            </a:r>
          </a:p>
        </p:txBody>
      </p:sp>
      <p:sp>
        <p:nvSpPr>
          <p:cNvPr id="143" name="Tekstvak 29"/>
          <p:cNvSpPr txBox="1"/>
          <p:nvPr/>
        </p:nvSpPr>
        <p:spPr>
          <a:xfrm>
            <a:off x="293779" y="3750885"/>
            <a:ext cx="399164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PLAYER PERFORMANCE</a:t>
            </a:r>
          </a:p>
        </p:txBody>
      </p:sp>
      <p:sp>
        <p:nvSpPr>
          <p:cNvPr id="144" name="Tekstvak 30"/>
          <p:cNvSpPr txBox="1"/>
          <p:nvPr/>
        </p:nvSpPr>
        <p:spPr>
          <a:xfrm>
            <a:off x="274318" y="6833474"/>
            <a:ext cx="3867913" cy="370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600" b="1" spc="6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PLAYING STYLE</a:t>
            </a:r>
          </a:p>
        </p:txBody>
      </p:sp>
      <p:sp>
        <p:nvSpPr>
          <p:cNvPr id="145" name="Dianummer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7388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kst"/>
          <p:cNvSpPr txBox="1">
            <a:spLocks noGrp="1"/>
          </p:cNvSpPr>
          <p:nvPr>
            <p:ph type="title"/>
          </p:nvPr>
        </p:nvSpPr>
        <p:spPr>
          <a:xfrm>
            <a:off x="471487" y="527405"/>
            <a:ext cx="5915026" cy="191470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 anchor="ctr">
            <a:normAutofit/>
          </a:bodyPr>
          <a:lstStyle/>
          <a:p>
            <a:r>
              <a:t>Titeltekst</a:t>
            </a:r>
          </a:p>
        </p:txBody>
      </p:sp>
      <p:sp>
        <p:nvSpPr>
          <p:cNvPr id="3" name="Hoofdtekst - niveau één…"/>
          <p:cNvSpPr txBox="1">
            <a:spLocks noGrp="1"/>
          </p:cNvSpPr>
          <p:nvPr>
            <p:ph type="body" idx="1"/>
          </p:nvPr>
        </p:nvSpPr>
        <p:spPr>
          <a:xfrm>
            <a:off x="471487" y="2637014"/>
            <a:ext cx="5915026" cy="62852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rmAutofit/>
          </a:bodyPr>
          <a:lstStyle/>
          <a:p>
            <a:r>
              <a:t>Hoofdtekst - niveau één</a:t>
            </a:r>
          </a:p>
          <a:p>
            <a:pPr lvl="1"/>
            <a:r>
              <a:t>Hoofdtekst - niveau twee</a:t>
            </a:r>
          </a:p>
          <a:p>
            <a:pPr lvl="2"/>
            <a:r>
              <a:t>Hoofdtekst - niveau drie</a:t>
            </a:r>
          </a:p>
          <a:p>
            <a:pPr lvl="3"/>
            <a:r>
              <a:t>Hoofdtekst - niveau vier</a:t>
            </a:r>
          </a:p>
          <a:p>
            <a:pPr lvl="4"/>
            <a:r>
              <a:t>Hoofdtekst - niveau vijf</a:t>
            </a:r>
          </a:p>
        </p:txBody>
      </p:sp>
      <p:sp>
        <p:nvSpPr>
          <p:cNvPr id="4" name="Dianummer"/>
          <p:cNvSpPr txBox="1">
            <a:spLocks noGrp="1"/>
          </p:cNvSpPr>
          <p:nvPr>
            <p:ph type="sldNum" sz="quarter" idx="2"/>
          </p:nvPr>
        </p:nvSpPr>
        <p:spPr>
          <a:xfrm>
            <a:off x="6155236" y="9329528"/>
            <a:ext cx="231277" cy="23114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900">
                <a:solidFill>
                  <a:srgbClr val="757575"/>
                </a:solidFill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transition spd="med"/>
  <p:txStyles>
    <p:titleStyle>
      <a:lvl1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1pPr>
      <a:lvl2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2pPr>
      <a:lvl3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3pPr>
      <a:lvl4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4pPr>
      <a:lvl5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5pPr>
      <a:lvl6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6pPr>
      <a:lvl7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7pPr>
      <a:lvl8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8pPr>
      <a:lvl9pPr marL="0" marR="0" indent="0" algn="l" defTabSz="685800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300" b="0" i="0" u="none" strike="noStrike" cap="none" spc="0" baseline="0">
          <a:solidFill>
            <a:srgbClr val="000000"/>
          </a:solidFill>
          <a:uFillTx/>
          <a:latin typeface="Aptos Display"/>
          <a:ea typeface="Aptos Display"/>
          <a:cs typeface="Aptos Display"/>
          <a:sym typeface="Aptos Display"/>
        </a:defRPr>
      </a:lvl9pPr>
    </p:titleStyle>
    <p:bodyStyle>
      <a:lvl1pPr marL="171450" marR="0" indent="-17145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1pPr>
      <a:lvl2pPr marL="542925" marR="0" indent="-200025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2pPr>
      <a:lvl3pPr marL="925830" marR="0" indent="-240030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3pPr>
      <a:lvl4pPr marL="13056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4pPr>
      <a:lvl5pPr marL="16485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5pPr>
      <a:lvl6pPr marL="19914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6pPr>
      <a:lvl7pPr marL="23343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7pPr>
      <a:lvl8pPr marL="26772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8pPr>
      <a:lvl9pPr marL="3020157" marR="0" indent="-276957" algn="l" defTabSz="685800" rtl="0" latinLnBrk="0">
        <a:lnSpc>
          <a:spcPct val="9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sz="2100" b="0" i="0" u="none" strike="noStrike" cap="none" spc="0" baseline="0">
          <a:solidFill>
            <a:srgbClr val="000000"/>
          </a:solidFill>
          <a:uFillTx/>
          <a:latin typeface="+mn-lt"/>
          <a:ea typeface="+mn-ea"/>
          <a:cs typeface="+mn-cs"/>
          <a:sym typeface="Aptos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9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Apto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2.ti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Afbeelding 12" descr="Afbeelding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83101"/>
            <a:ext cx="6858000" cy="432761"/>
          </a:xfrm>
          <a:prstGeom prst="rect">
            <a:avLst/>
          </a:prstGeom>
          <a:ln w="12700">
            <a:miter lim="400000"/>
          </a:ln>
        </p:spPr>
      </p:pic>
      <p:pic>
        <p:nvPicPr>
          <p:cNvPr id="156" name="Afbeelding 3" descr="Afbeelding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599" y="227259"/>
            <a:ext cx="4728160" cy="623496"/>
          </a:xfrm>
          <a:prstGeom prst="rect">
            <a:avLst/>
          </a:prstGeom>
          <a:ln w="12700">
            <a:miter lim="400000"/>
          </a:ln>
        </p:spPr>
      </p:pic>
      <p:pic>
        <p:nvPicPr>
          <p:cNvPr id="157" name="Afbeelding 28" descr="Afbeelding 2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1917826"/>
            <a:ext cx="449142" cy="396094"/>
          </a:xfrm>
          <a:prstGeom prst="rect">
            <a:avLst/>
          </a:prstGeom>
          <a:ln w="12700">
            <a:miter lim="400000"/>
          </a:ln>
        </p:spPr>
      </p:pic>
      <p:pic>
        <p:nvPicPr>
          <p:cNvPr id="158" name="Afbeelding 29" descr="Afbeelding 2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597" y="3329725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59" name="Afbeelding 45" descr="Afbeelding 4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814" y="5575279"/>
            <a:ext cx="445479" cy="392863"/>
          </a:xfrm>
          <a:prstGeom prst="rect">
            <a:avLst/>
          </a:prstGeom>
          <a:ln w="12700">
            <a:miter lim="400000"/>
          </a:ln>
        </p:spPr>
      </p:pic>
      <p:pic>
        <p:nvPicPr>
          <p:cNvPr id="160" name="Afbeelding 47" descr="Afbeelding 4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6037" y="5575279"/>
            <a:ext cx="445478" cy="392863"/>
          </a:xfrm>
          <a:prstGeom prst="rect">
            <a:avLst/>
          </a:prstGeom>
          <a:ln w="12700">
            <a:miter lim="400000"/>
          </a:ln>
        </p:spPr>
      </p:pic>
      <p:sp>
        <p:nvSpPr>
          <p:cNvPr id="162" name="Tekstvak 58"/>
          <p:cNvSpPr txBox="1"/>
          <p:nvPr/>
        </p:nvSpPr>
        <p:spPr>
          <a:xfrm>
            <a:off x="274317" y="1567967"/>
            <a:ext cx="1549793" cy="15138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/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NATIONALITY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DATE OF BIRTH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HEIGHT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CURRENT CLUB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CONTRACT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EU</a:t>
            </a:r>
          </a:p>
          <a:p>
            <a:pPr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AGENT</a:t>
            </a:r>
          </a:p>
        </p:txBody>
      </p:sp>
      <p:sp>
        <p:nvSpPr>
          <p:cNvPr id="163" name="Rechte verbindingslijn 6"/>
          <p:cNvSpPr/>
          <p:nvPr/>
        </p:nvSpPr>
        <p:spPr>
          <a:xfrm>
            <a:off x="2836461" y="3794464"/>
            <a:ext cx="1" cy="617484"/>
          </a:xfrm>
          <a:prstGeom prst="line">
            <a:avLst/>
          </a:prstGeom>
          <a:ln w="19050">
            <a:solidFill>
              <a:srgbClr val="173883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64" name="Tekstvak 8"/>
          <p:cNvSpPr txBox="1"/>
          <p:nvPr/>
        </p:nvSpPr>
        <p:spPr>
          <a:xfrm>
            <a:off x="274318" y="3818868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TEAM</a:t>
            </a:r>
          </a:p>
        </p:txBody>
      </p:sp>
      <p:sp>
        <p:nvSpPr>
          <p:cNvPr id="165" name="Tekstvak 11"/>
          <p:cNvSpPr txBox="1"/>
          <p:nvPr/>
        </p:nvSpPr>
        <p:spPr>
          <a:xfrm>
            <a:off x="3090670" y="382791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GAMES</a:t>
            </a:r>
          </a:p>
        </p:txBody>
      </p:sp>
      <p:sp>
        <p:nvSpPr>
          <p:cNvPr id="166" name="Tekstvak 14"/>
          <p:cNvSpPr txBox="1"/>
          <p:nvPr/>
        </p:nvSpPr>
        <p:spPr>
          <a:xfrm>
            <a:off x="4000860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MINUTES</a:t>
            </a:r>
          </a:p>
        </p:txBody>
      </p:sp>
      <p:sp>
        <p:nvSpPr>
          <p:cNvPr id="167" name="Tekstvak 15"/>
          <p:cNvSpPr txBox="1"/>
          <p:nvPr/>
        </p:nvSpPr>
        <p:spPr>
          <a:xfrm>
            <a:off x="4969765" y="3826800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GOALS</a:t>
            </a:r>
          </a:p>
        </p:txBody>
      </p:sp>
      <p:sp>
        <p:nvSpPr>
          <p:cNvPr id="168" name="Tekstvak 17"/>
          <p:cNvSpPr txBox="1"/>
          <p:nvPr/>
        </p:nvSpPr>
        <p:spPr>
          <a:xfrm>
            <a:off x="5850335" y="3824754"/>
            <a:ext cx="961945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ctr"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ASSISTS</a:t>
            </a:r>
          </a:p>
        </p:txBody>
      </p:sp>
      <p:sp>
        <p:nvSpPr>
          <p:cNvPr id="169" name="TextBox 69"/>
          <p:cNvSpPr txBox="1"/>
          <p:nvPr/>
        </p:nvSpPr>
        <p:spPr>
          <a:xfrm>
            <a:off x="1644119" y="1569600"/>
            <a:ext cx="1318629" cy="138499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{{NATIONALITY}}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{{BIRTH_DATE}}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{{HEIGHT_M}} m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FC DEN BOSCH</a:t>
            </a:r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{{CONTRACT}}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{{IS_EU}}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{{AGENT}}</a:t>
            </a:r>
            <a:endParaRPr/>
          </a:p>
        </p:txBody>
      </p:sp>
      <p:sp>
        <p:nvSpPr>
          <p:cNvPr id="170" name="TextBox 71"/>
          <p:cNvSpPr txBox="1"/>
          <p:nvPr/>
        </p:nvSpPr>
        <p:spPr>
          <a:xfrm>
            <a:off x="5362719" y="2585783"/>
            <a:ext cx="1621596" cy="64633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{{PREFERRED_FOOT}}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{{MAIN_POSITION}}</a:t>
            </a:r>
            <a:endParaRPr/>
          </a:p>
          <a:p>
            <a:pPr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pPr>
            <a:r>
              <a:t> -   </a:t>
            </a:r>
            <a:r>
              <a:rPr lang="nl-NL"/>
              <a:t>{{SEC_POSITION}}</a:t>
            </a:r>
            <a:endParaRPr/>
          </a:p>
        </p:txBody>
      </p:sp>
      <p:sp>
        <p:nvSpPr>
          <p:cNvPr id="171" name="TextBox 72"/>
          <p:cNvSpPr txBox="1"/>
          <p:nvPr/>
        </p:nvSpPr>
        <p:spPr>
          <a:xfrm>
            <a:off x="272520" y="4082400"/>
            <a:ext cx="2241855" cy="294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t>FC DEN BOSCH (2025/2026)</a:t>
            </a:r>
          </a:p>
        </p:txBody>
      </p:sp>
      <p:sp>
        <p:nvSpPr>
          <p:cNvPr id="172" name="TextBox 73"/>
          <p:cNvSpPr txBox="1"/>
          <p:nvPr/>
        </p:nvSpPr>
        <p:spPr>
          <a:xfrm>
            <a:off x="3198220" y="4082400"/>
            <a:ext cx="74956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{{GAMES}}</a:t>
            </a:r>
            <a:endParaRPr/>
          </a:p>
        </p:txBody>
      </p:sp>
      <p:sp>
        <p:nvSpPr>
          <p:cNvPr id="173" name="TextBox 74"/>
          <p:cNvSpPr txBox="1"/>
          <p:nvPr/>
        </p:nvSpPr>
        <p:spPr>
          <a:xfrm>
            <a:off x="4046504" y="4082400"/>
            <a:ext cx="87459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{{MINUTES}}</a:t>
            </a:r>
            <a:endParaRPr/>
          </a:p>
        </p:txBody>
      </p:sp>
      <p:sp>
        <p:nvSpPr>
          <p:cNvPr id="174" name="TextBox 75"/>
          <p:cNvSpPr txBox="1"/>
          <p:nvPr/>
        </p:nvSpPr>
        <p:spPr>
          <a:xfrm>
            <a:off x="5097458" y="4082400"/>
            <a:ext cx="709488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{{GOALS}}</a:t>
            </a:r>
            <a:endParaRPr/>
          </a:p>
        </p:txBody>
      </p:sp>
      <p:sp>
        <p:nvSpPr>
          <p:cNvPr id="175" name="TextBox 76"/>
          <p:cNvSpPr txBox="1"/>
          <p:nvPr/>
        </p:nvSpPr>
        <p:spPr>
          <a:xfrm>
            <a:off x="5945401" y="4082400"/>
            <a:ext cx="770402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spcBef>
                <a:spcPts val="1200"/>
              </a:spcBef>
              <a:defRPr sz="1200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{{ASSISTS}}</a:t>
            </a:r>
            <a:endParaRPr/>
          </a:p>
        </p:txBody>
      </p:sp>
      <p:sp>
        <p:nvSpPr>
          <p:cNvPr id="176" name="TextBox 82"/>
          <p:cNvSpPr txBox="1"/>
          <p:nvPr/>
        </p:nvSpPr>
        <p:spPr>
          <a:xfrm>
            <a:off x="272520" y="4852216"/>
            <a:ext cx="2266003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{{CLUB_2024/2025}} (2024/2025)</a:t>
            </a:r>
            <a:endParaRPr/>
          </a:p>
        </p:txBody>
      </p:sp>
      <p:sp>
        <p:nvSpPr>
          <p:cNvPr id="177" name="TextBox 87"/>
          <p:cNvSpPr txBox="1"/>
          <p:nvPr/>
        </p:nvSpPr>
        <p:spPr>
          <a:xfrm>
            <a:off x="272520" y="5115016"/>
            <a:ext cx="2235546" cy="27699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>
              <a:spcBef>
                <a:spcPts val="1200"/>
              </a:spcBef>
              <a:defRPr sz="1200" b="1">
                <a:solidFill>
                  <a:srgbClr val="173883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r>
              <a:rPr lang="nl-NL"/>
              <a:t>{{CLUB_2023/2024}} (2023/2024)</a:t>
            </a:r>
          </a:p>
        </p:txBody>
      </p:sp>
      <p:sp>
        <p:nvSpPr>
          <p:cNvPr id="178" name="TextBox 28"/>
          <p:cNvSpPr txBox="1"/>
          <p:nvPr/>
        </p:nvSpPr>
        <p:spPr>
          <a:xfrm>
            <a:off x="300173" y="1081666"/>
            <a:ext cx="1780937" cy="25237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 anchor="ctr">
            <a:spAutoFit/>
          </a:bodyPr>
          <a:lstStyle>
            <a:lvl1pPr>
              <a:lnSpc>
                <a:spcPct val="80000"/>
              </a:lnSpc>
              <a:defRPr sz="2000" b="1">
                <a:solidFill>
                  <a:srgbClr val="FFFFFF"/>
                </a:solidFill>
                <a:latin typeface="Avenir Next Regular"/>
                <a:ea typeface="Avenir Next Regular"/>
                <a:cs typeface="Avenir Next Regular"/>
                <a:sym typeface="Avenir Next Regular"/>
              </a:defRPr>
            </a:lvl1pPr>
          </a:lstStyle>
          <a:p>
            <a:pPr defTabSz="914400"/>
            <a:r>
              <a:rPr lang="nl-NL"/>
              <a:t>{PLAYER_NAME}</a:t>
            </a:r>
            <a:endParaRPr/>
          </a:p>
        </p:txBody>
      </p:sp>
      <p:pic>
        <p:nvPicPr>
          <p:cNvPr id="180" name="pasted-image.tiff" descr="pasted-image.tiff"/>
          <p:cNvPicPr>
            <a:picLocks noChangeAspect="1"/>
          </p:cNvPicPr>
          <p:nvPr/>
        </p:nvPicPr>
        <p:blipFill>
          <a:blip r:embed="rId5">
            <a:alphaModFix amt="85000"/>
          </a:blip>
          <a:srcRect l="4545" t="19455" r="2658" b="21336"/>
          <a:stretch>
            <a:fillRect/>
          </a:stretch>
        </p:blipFill>
        <p:spPr>
          <a:xfrm rot="16200000">
            <a:off x="4879038" y="460156"/>
            <a:ext cx="1566863" cy="10366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10742"/>
                </a:lnTo>
                <a:lnTo>
                  <a:pt x="0" y="21600"/>
                </a:lnTo>
                <a:lnTo>
                  <a:pt x="21600" y="21600"/>
                </a:lnTo>
                <a:lnTo>
                  <a:pt x="21600" y="0"/>
                </a:lnTo>
                <a:lnTo>
                  <a:pt x="0" y="0"/>
                </a:lnTo>
                <a:close/>
              </a:path>
            </a:pathLst>
          </a:custGeom>
          <a:ln w="12700">
            <a:miter lim="400000"/>
          </a:ln>
        </p:spPr>
      </p:pic>
      <p:sp>
        <p:nvSpPr>
          <p:cNvPr id="181" name="9"/>
          <p:cNvSpPr/>
          <p:nvPr/>
        </p:nvSpPr>
        <p:spPr>
          <a:xfrm>
            <a:off x="5599962" y="46628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9</a:t>
            </a:r>
          </a:p>
        </p:txBody>
      </p:sp>
      <p:sp>
        <p:nvSpPr>
          <p:cNvPr id="182" name="11"/>
          <p:cNvSpPr/>
          <p:nvPr/>
        </p:nvSpPr>
        <p:spPr>
          <a:xfrm>
            <a:off x="5267533" y="60191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11</a:t>
            </a:r>
          </a:p>
        </p:txBody>
      </p:sp>
      <p:sp>
        <p:nvSpPr>
          <p:cNvPr id="183" name="7"/>
          <p:cNvSpPr/>
          <p:nvPr/>
        </p:nvSpPr>
        <p:spPr>
          <a:xfrm>
            <a:off x="5932390" y="601913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7</a:t>
            </a:r>
          </a:p>
        </p:txBody>
      </p:sp>
      <p:sp>
        <p:nvSpPr>
          <p:cNvPr id="184" name="8"/>
          <p:cNvSpPr/>
          <p:nvPr/>
        </p:nvSpPr>
        <p:spPr>
          <a:xfrm>
            <a:off x="5438287" y="84040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8</a:t>
            </a:r>
          </a:p>
        </p:txBody>
      </p:sp>
      <p:sp>
        <p:nvSpPr>
          <p:cNvPr id="185" name="10"/>
          <p:cNvSpPr/>
          <p:nvPr/>
        </p:nvSpPr>
        <p:spPr>
          <a:xfrm>
            <a:off x="5788332" y="84040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10</a:t>
            </a:r>
          </a:p>
        </p:txBody>
      </p:sp>
      <p:sp>
        <p:nvSpPr>
          <p:cNvPr id="186" name="6"/>
          <p:cNvSpPr/>
          <p:nvPr/>
        </p:nvSpPr>
        <p:spPr>
          <a:xfrm>
            <a:off x="5599962" y="1040340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6</a:t>
            </a:r>
          </a:p>
        </p:txBody>
      </p:sp>
      <p:sp>
        <p:nvSpPr>
          <p:cNvPr id="187" name="5"/>
          <p:cNvSpPr/>
          <p:nvPr/>
        </p:nvSpPr>
        <p:spPr>
          <a:xfrm>
            <a:off x="5245485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5</a:t>
            </a:r>
          </a:p>
        </p:txBody>
      </p:sp>
      <p:sp>
        <p:nvSpPr>
          <p:cNvPr id="188" name="2"/>
          <p:cNvSpPr/>
          <p:nvPr/>
        </p:nvSpPr>
        <p:spPr>
          <a:xfrm>
            <a:off x="5961787" y="1136092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2</a:t>
            </a:r>
          </a:p>
        </p:txBody>
      </p:sp>
      <p:sp>
        <p:nvSpPr>
          <p:cNvPr id="189" name="4"/>
          <p:cNvSpPr/>
          <p:nvPr/>
        </p:nvSpPr>
        <p:spPr>
          <a:xfrm>
            <a:off x="5438287" y="1265991"/>
            <a:ext cx="152668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4</a:t>
            </a:r>
          </a:p>
        </p:txBody>
      </p:sp>
      <p:sp>
        <p:nvSpPr>
          <p:cNvPr id="190" name="3"/>
          <p:cNvSpPr/>
          <p:nvPr/>
        </p:nvSpPr>
        <p:spPr>
          <a:xfrm>
            <a:off x="5762611" y="1265991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3</a:t>
            </a:r>
          </a:p>
        </p:txBody>
      </p:sp>
      <p:sp>
        <p:nvSpPr>
          <p:cNvPr id="191" name="1"/>
          <p:cNvSpPr/>
          <p:nvPr/>
        </p:nvSpPr>
        <p:spPr>
          <a:xfrm>
            <a:off x="5599962" y="1517163"/>
            <a:ext cx="152667" cy="15845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 algn="ctr" defTabSz="1155278">
              <a:defRPr sz="500" b="1">
                <a:latin typeface="Avenir Next Condensed Regular"/>
                <a:ea typeface="Avenir Next Condensed Regular"/>
                <a:cs typeface="Avenir Next Condensed Regular"/>
                <a:sym typeface="Avenir Next Condensed Regular"/>
              </a:defRPr>
            </a:lvl1pPr>
          </a:lstStyle>
          <a:p>
            <a:r>
              <a:t>1</a:t>
            </a:r>
          </a:p>
        </p:txBody>
      </p:sp>
      <p:sp>
        <p:nvSpPr>
          <p:cNvPr id="192" name="Rechthoek"/>
          <p:cNvSpPr/>
          <p:nvPr/>
        </p:nvSpPr>
        <p:spPr>
          <a:xfrm>
            <a:off x="5097220" y="126893"/>
            <a:ext cx="1160444" cy="1672365"/>
          </a:xfrm>
          <a:prstGeom prst="rect">
            <a:avLst/>
          </a:prstGeom>
          <a:ln w="19050">
            <a:solidFill>
              <a:srgbClr val="FFFFFF"/>
            </a:solidFill>
            <a:miter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3" name="Tekstvak 8"/>
          <p:cNvSpPr txBox="1"/>
          <p:nvPr/>
        </p:nvSpPr>
        <p:spPr>
          <a:xfrm>
            <a:off x="279177" y="4589050"/>
            <a:ext cx="1430987" cy="28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1100">
                <a:solidFill>
                  <a:srgbClr val="173883"/>
                </a:solidFill>
                <a:latin typeface="Avenir Next Demi Bold"/>
                <a:ea typeface="Avenir Next Demi Bold"/>
                <a:cs typeface="Avenir Next Demi Bold"/>
                <a:sym typeface="Avenir Next Demi Bold"/>
              </a:defRPr>
            </a:lvl1pPr>
          </a:lstStyle>
          <a:p>
            <a:r>
              <a:t>Previous Clubs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2FC0F-7778-2B25-4C95-EC227905986F}"/>
              </a:ext>
            </a:extLst>
          </p:cNvPr>
          <p:cNvSpPr/>
          <p:nvPr/>
        </p:nvSpPr>
        <p:spPr>
          <a:xfrm>
            <a:off x="3762643" y="77537"/>
            <a:ext cx="1189935" cy="1754324"/>
          </a:xfrm>
          <a:prstGeom prst="rect">
            <a:avLst/>
          </a:prstGeom>
          <a:solidFill>
            <a:srgbClr val="FFFFFF"/>
          </a:solidFill>
          <a:ln w="19050" cap="flat">
            <a:solidFill>
              <a:schemeClr val="accent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{IMAGE}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/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A70E66F-FDAA-0070-7C79-E2F3E1807420}"/>
              </a:ext>
            </a:extLst>
          </p:cNvPr>
          <p:cNvSpPr/>
          <p:nvPr/>
        </p:nvSpPr>
        <p:spPr>
          <a:xfrm>
            <a:off x="118754" y="6111290"/>
            <a:ext cx="3410712" cy="3502152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{{RADAR_CHART}}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530CA0-0D9F-70EC-6B1D-2E27C30B5E9B}"/>
              </a:ext>
            </a:extLst>
          </p:cNvPr>
          <p:cNvSpPr/>
          <p:nvPr/>
        </p:nvSpPr>
        <p:spPr>
          <a:xfrm>
            <a:off x="3562358" y="6433341"/>
            <a:ext cx="3059444" cy="313931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{{PERFORMANCE_CHART}}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3A8EF7-C950-0C96-8049-02A3EC380F3E}"/>
              </a:ext>
            </a:extLst>
          </p:cNvPr>
          <p:cNvSpPr/>
          <p:nvPr/>
        </p:nvSpPr>
        <p:spPr>
          <a:xfrm>
            <a:off x="3542113" y="6400489"/>
            <a:ext cx="3099934" cy="3205022"/>
          </a:xfrm>
          <a:prstGeom prst="rect">
            <a:avLst/>
          </a:prstGeom>
          <a:noFill/>
          <a:ln w="50800" cap="flat">
            <a:solidFill>
              <a:schemeClr val="tx1"/>
            </a:solidFill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noFill/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173883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Kantoorthema">
  <a:themeElements>
    <a:clrScheme name="Kantoorthema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0000FF"/>
      </a:hlink>
      <a:folHlink>
        <a:srgbClr val="FF00FF"/>
      </a:folHlink>
    </a:clrScheme>
    <a:fontScheme name="Kantoorthema">
      <a:majorFont>
        <a:latin typeface="Helvetica"/>
        <a:ea typeface="Helvetica"/>
        <a:cs typeface="Helvetica"/>
      </a:majorFont>
      <a:minorFont>
        <a:latin typeface="Aptos"/>
        <a:ea typeface="Aptos"/>
        <a:cs typeface="Aptos"/>
      </a:minorFont>
    </a:fontScheme>
    <a:fmtScheme name="Kantoorthem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905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Apto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1356</TotalTime>
  <Words>143</Words>
  <Application>Microsoft Office PowerPoint</Application>
  <PresentationFormat>A4 Paper (210x297 mm)</PresentationFormat>
  <Paragraphs>66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Kramer, Roeland</dc:creator>
  <cp:lastModifiedBy>roeland kramer</cp:lastModifiedBy>
  <cp:revision>18</cp:revision>
  <dcterms:modified xsi:type="dcterms:W3CDTF">2026-02-10T13:34:28Z</dcterms:modified>
</cp:coreProperties>
</file>