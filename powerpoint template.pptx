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225AB-6E09-4C02-964D-D149BB380812}" v="3" dt="2026-02-11T11:01:34.408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2" autoAdjust="0"/>
    <p:restoredTop sz="94660"/>
  </p:normalViewPr>
  <p:slideViewPr>
    <p:cSldViewPr snapToGrid="0">
      <p:cViewPr>
        <p:scale>
          <a:sx n="100" d="100"/>
          <a:sy n="100" d="100"/>
        </p:scale>
        <p:origin x="120" y="-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eland kramer" userId="205d280fcba3cbd5" providerId="LiveId" clId="{AE241127-7682-4E2B-B120-8E8D17819845}"/>
    <pc:docChg chg="undo custSel modSld">
      <pc:chgData name="roeland kramer" userId="205d280fcba3cbd5" providerId="LiveId" clId="{AE241127-7682-4E2B-B120-8E8D17819845}" dt="2026-02-11T11:01:42.612" v="12" actId="14100"/>
      <pc:docMkLst>
        <pc:docMk/>
      </pc:docMkLst>
      <pc:sldChg chg="addSp modSp mod">
        <pc:chgData name="roeland kramer" userId="205d280fcba3cbd5" providerId="LiveId" clId="{AE241127-7682-4E2B-B120-8E8D17819845}" dt="2026-02-11T11:01:42.612" v="12" actId="14100"/>
        <pc:sldMkLst>
          <pc:docMk/>
          <pc:sldMk cId="0" sldId="256"/>
        </pc:sldMkLst>
        <pc:spChg chg="add mod">
          <ac:chgData name="roeland kramer" userId="205d280fcba3cbd5" providerId="LiveId" clId="{AE241127-7682-4E2B-B120-8E8D17819845}" dt="2026-02-11T11:00:37.721" v="5"/>
          <ac:spMkLst>
            <pc:docMk/>
            <pc:sldMk cId="0" sldId="256"/>
            <ac:spMk id="3" creationId="{BB3921B5-1062-934A-9741-17E6263E6886}"/>
          </ac:spMkLst>
        </pc:spChg>
        <pc:spChg chg="add mod">
          <ac:chgData name="roeland kramer" userId="205d280fcba3cbd5" providerId="LiveId" clId="{AE241127-7682-4E2B-B120-8E8D17819845}" dt="2026-02-11T11:01:42.612" v="12" actId="14100"/>
          <ac:spMkLst>
            <pc:docMk/>
            <pc:sldMk cId="0" sldId="256"/>
            <ac:spMk id="4" creationId="{5DC59128-3946-7A3C-5BF2-3C0AC5E116AC}"/>
          </ac:spMkLst>
        </pc:spChg>
        <pc:spChg chg="add mod">
          <ac:chgData name="roeland kramer" userId="205d280fcba3cbd5" providerId="LiveId" clId="{AE241127-7682-4E2B-B120-8E8D17819845}" dt="2026-02-10T13:48:19.521" v="3"/>
          <ac:spMkLst>
            <pc:docMk/>
            <pc:sldMk cId="0" sldId="256"/>
            <ac:spMk id="4" creationId="{C29B6D7C-C33A-D242-6C97-5AB89E6195D7}"/>
          </ac:spMkLst>
        </pc:spChg>
        <pc:spChg chg="mod">
          <ac:chgData name="roeland kramer" userId="205d280fcba3cbd5" providerId="LiveId" clId="{AE241127-7682-4E2B-B120-8E8D17819845}" dt="2026-02-10T13:48:31.615" v="4" actId="1076"/>
          <ac:spMkLst>
            <pc:docMk/>
            <pc:sldMk cId="0" sldId="256"/>
            <ac:spMk id="6" creationId="{1A70E66F-FDAA-0070-7C79-E2F3E1807420}"/>
          </ac:spMkLst>
        </pc:spChg>
        <pc:spChg chg="mod">
          <ac:chgData name="roeland kramer" userId="205d280fcba3cbd5" providerId="LiveId" clId="{AE241127-7682-4E2B-B120-8E8D17819845}" dt="2026-02-11T11:00:50.194" v="7" actId="1076"/>
          <ac:spMkLst>
            <pc:docMk/>
            <pc:sldMk cId="0" sldId="256"/>
            <ac:spMk id="176" creationId="{00000000-0000-0000-0000-000000000000}"/>
          </ac:spMkLst>
        </pc:spChg>
        <pc:spChg chg="mod">
          <ac:chgData name="roeland kramer" userId="205d280fcba3cbd5" providerId="LiveId" clId="{AE241127-7682-4E2B-B120-8E8D17819845}" dt="2026-02-11T11:00:52.538" v="8" actId="20577"/>
          <ac:spMkLst>
            <pc:docMk/>
            <pc:sldMk cId="0" sldId="256"/>
            <ac:spMk id="17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6" cy="412062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6" cy="216693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7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6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8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6"/>
            <a:ext cx="2901256" cy="119009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342900">
              <a:buSzTx/>
              <a:buFontTx/>
              <a:buNone/>
              <a:defRPr sz="1800" b="1"/>
            </a:lvl2pPr>
            <a:lvl3pPr marL="0" indent="685800">
              <a:buSzTx/>
              <a:buFontTx/>
              <a:buNone/>
              <a:defRPr sz="1800" b="1"/>
            </a:lvl3pPr>
            <a:lvl4pPr marL="0" indent="1028700">
              <a:buSzTx/>
              <a:buFontTx/>
              <a:buNone/>
              <a:defRPr sz="1800" b="1"/>
            </a:lvl4pPr>
            <a:lvl5pPr marL="0" indent="137160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4" cy="1190096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1800" b="1"/>
            </a:pPr>
            <a:endParaRPr/>
          </a:p>
        </p:txBody>
      </p:sp>
      <p:sp>
        <p:nvSpPr>
          <p:cNvPr id="5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5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3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  <a:endParaRPr/>
          </a:p>
        </p:txBody>
      </p:sp>
      <p:sp>
        <p:nvSpPr>
          <p:cNvPr id="7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8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Afbeelding 10" descr="Afbeelding 10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5" y="3684932"/>
            <a:ext cx="7147323" cy="6582205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97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98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0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3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06" name="Tekstvak 59"/>
          <p:cNvSpPr txBox="1"/>
          <p:nvPr/>
        </p:nvSpPr>
        <p:spPr>
          <a:xfrm>
            <a:off x="3432221" y="2585783"/>
            <a:ext cx="18633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107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8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9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10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11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12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extBox 28"/>
          <p:cNvSpPr txBox="1"/>
          <p:nvPr/>
        </p:nvSpPr>
        <p:spPr>
          <a:xfrm>
            <a:off x="318080" y="5607511"/>
            <a:ext cx="82829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20" name="TextBox 28"/>
          <p:cNvSpPr txBox="1"/>
          <p:nvPr/>
        </p:nvSpPr>
        <p:spPr>
          <a:xfrm>
            <a:off x="605758" y="3329106"/>
            <a:ext cx="181762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#STATISTIEKEN</a:t>
            </a:r>
          </a:p>
        </p:txBody>
      </p:sp>
      <p:pic>
        <p:nvPicPr>
          <p:cNvPr id="121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7" y="3392068"/>
            <a:ext cx="245699" cy="2265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Rechthoek"/>
          <p:cNvSpPr/>
          <p:nvPr/>
        </p:nvSpPr>
        <p:spPr>
          <a:xfrm>
            <a:off x="-66675" y="1114237"/>
            <a:ext cx="3398093" cy="2811526"/>
          </a:xfrm>
          <a:prstGeom prst="rect">
            <a:avLst/>
          </a:prstGeom>
          <a:solidFill>
            <a:srgbClr val="FFFFFF">
              <a:alpha val="59729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Rechthoek"/>
          <p:cNvSpPr/>
          <p:nvPr/>
        </p:nvSpPr>
        <p:spPr>
          <a:xfrm>
            <a:off x="-66675" y="4006850"/>
            <a:ext cx="3398093" cy="6156288"/>
          </a:xfrm>
          <a:prstGeom prst="rect">
            <a:avLst/>
          </a:prstGeom>
          <a:solidFill>
            <a:srgbClr val="FFFFFF">
              <a:alpha val="59581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13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6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Rechthoek 21"/>
          <p:cNvSpPr/>
          <p:nvPr/>
        </p:nvSpPr>
        <p:spPr>
          <a:xfrm>
            <a:off x="0" y="968562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9" name="Rechthoek 22"/>
          <p:cNvSpPr/>
          <p:nvPr/>
        </p:nvSpPr>
        <p:spPr>
          <a:xfrm>
            <a:off x="0" y="372826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0" name="Rechthoek 23"/>
          <p:cNvSpPr/>
          <p:nvPr/>
        </p:nvSpPr>
        <p:spPr>
          <a:xfrm>
            <a:off x="0" y="682124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1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kstvak 28"/>
          <p:cNvSpPr txBox="1"/>
          <p:nvPr/>
        </p:nvSpPr>
        <p:spPr>
          <a:xfrm>
            <a:off x="274319" y="99563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43" name="Tekstvak 29"/>
          <p:cNvSpPr txBox="1"/>
          <p:nvPr/>
        </p:nvSpPr>
        <p:spPr>
          <a:xfrm>
            <a:off x="293779" y="3750885"/>
            <a:ext cx="399164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44" name="Tekstvak 30"/>
          <p:cNvSpPr txBox="1"/>
          <p:nvPr/>
        </p:nvSpPr>
        <p:spPr>
          <a:xfrm>
            <a:off x="274318" y="683347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6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6" y="9329528"/>
            <a:ext cx="231277" cy="2311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Afbeelding 12" descr="Afbeelding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Afbeelding 3" descr="Afbeelding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Afbeelding 28" descr="Afbeelding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Afbeelding 29" descr="Afbeelding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Afbeelding 45" descr="Afbeelding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Afbeelding 47" descr="Afbeelding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64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65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66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67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68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69" name="TextBox 69"/>
          <p:cNvSpPr txBox="1"/>
          <p:nvPr/>
        </p:nvSpPr>
        <p:spPr>
          <a:xfrm>
            <a:off x="1644120" y="1569600"/>
            <a:ext cx="1784880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70" name="TextBox 71"/>
          <p:cNvSpPr txBox="1"/>
          <p:nvPr/>
        </p:nvSpPr>
        <p:spPr>
          <a:xfrm>
            <a:off x="5178020" y="2577403"/>
            <a:ext cx="1720200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71" name="TextBox 72"/>
          <p:cNvSpPr txBox="1"/>
          <p:nvPr/>
        </p:nvSpPr>
        <p:spPr>
          <a:xfrm>
            <a:off x="272520" y="4082400"/>
            <a:ext cx="3815660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{{CLUB_2025/2026}} (2025/2026)</a:t>
            </a:r>
          </a:p>
        </p:txBody>
      </p:sp>
      <p:sp>
        <p:nvSpPr>
          <p:cNvPr id="172" name="TextBox 73"/>
          <p:cNvSpPr txBox="1"/>
          <p:nvPr/>
        </p:nvSpPr>
        <p:spPr>
          <a:xfrm>
            <a:off x="3198220" y="4082400"/>
            <a:ext cx="7495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{{GAMES}}</a:t>
            </a:r>
            <a:endParaRPr/>
          </a:p>
        </p:txBody>
      </p:sp>
      <p:sp>
        <p:nvSpPr>
          <p:cNvPr id="173" name="TextBox 74"/>
          <p:cNvSpPr txBox="1"/>
          <p:nvPr/>
        </p:nvSpPr>
        <p:spPr>
          <a:xfrm>
            <a:off x="4046504" y="4082400"/>
            <a:ext cx="87459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{{MINUTES}}</a:t>
            </a:r>
            <a:endParaRPr/>
          </a:p>
        </p:txBody>
      </p:sp>
      <p:sp>
        <p:nvSpPr>
          <p:cNvPr id="174" name="TextBox 75"/>
          <p:cNvSpPr txBox="1"/>
          <p:nvPr/>
        </p:nvSpPr>
        <p:spPr>
          <a:xfrm>
            <a:off x="5097458" y="4082400"/>
            <a:ext cx="70948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{{GOALS}}</a:t>
            </a:r>
            <a:endParaRPr/>
          </a:p>
        </p:txBody>
      </p:sp>
      <p:sp>
        <p:nvSpPr>
          <p:cNvPr id="175" name="TextBox 76"/>
          <p:cNvSpPr txBox="1"/>
          <p:nvPr/>
        </p:nvSpPr>
        <p:spPr>
          <a:xfrm>
            <a:off x="5945401" y="4082400"/>
            <a:ext cx="7704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{{ASSISTS}}</a:t>
            </a:r>
            <a:endParaRPr/>
          </a:p>
        </p:txBody>
      </p:sp>
      <p:sp>
        <p:nvSpPr>
          <p:cNvPr id="178" name="TextBox 28"/>
          <p:cNvSpPr txBox="1"/>
          <p:nvPr/>
        </p:nvSpPr>
        <p:spPr>
          <a:xfrm>
            <a:off x="300173" y="1081666"/>
            <a:ext cx="3034310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180" name="pasted-image.tiff" descr="pasted-image.tiff"/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1" name="9"/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182" name="11"/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183" name="7"/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184" name="8"/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185" name="10"/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186" name="6"/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187" name="5"/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188" name="2"/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189" name="4"/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190" name="3"/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191" name="1"/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193" name="Tekstvak 8"/>
          <p:cNvSpPr txBox="1"/>
          <p:nvPr/>
        </p:nvSpPr>
        <p:spPr>
          <a:xfrm>
            <a:off x="279177" y="4589050"/>
            <a:ext cx="1430987" cy="2616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2FC0F-7778-2B25-4C95-EC227905986F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0E66F-FDAA-0070-7C79-E2F3E1807420}"/>
              </a:ext>
            </a:extLst>
          </p:cNvPr>
          <p:cNvSpPr/>
          <p:nvPr/>
        </p:nvSpPr>
        <p:spPr>
          <a:xfrm>
            <a:off x="228597" y="6212291"/>
            <a:ext cx="3108960" cy="310896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77BFF67-E3DC-DAF9-7053-0AF1A279012C}"/>
              </a:ext>
            </a:extLst>
          </p:cNvPr>
          <p:cNvSpPr/>
          <p:nvPr/>
        </p:nvSpPr>
        <p:spPr>
          <a:xfrm>
            <a:off x="3545973" y="6207770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530CA0-0D9F-70EC-6B1D-2E27C30B5E9B}"/>
              </a:ext>
            </a:extLst>
          </p:cNvPr>
          <p:cNvSpPr/>
          <p:nvPr/>
        </p:nvSpPr>
        <p:spPr>
          <a:xfrm>
            <a:off x="3545973" y="6207770"/>
            <a:ext cx="3108960" cy="310896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39DDD7D-3A0C-6109-7668-4B3E8487D472}"/>
              </a:ext>
            </a:extLst>
          </p:cNvPr>
          <p:cNvSpPr/>
          <p:nvPr/>
        </p:nvSpPr>
        <p:spPr>
          <a:xfrm>
            <a:off x="234547" y="6212291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9" name="Rechthoek">
            <a:extLst>
              <a:ext uri="{FF2B5EF4-FFF2-40B4-BE49-F238E27FC236}">
                <a16:creationId xmlns:a16="http://schemas.microsoft.com/office/drawing/2014/main" id="{A06A7496-2F9E-232D-D46C-98387FA1F4D7}"/>
              </a:ext>
            </a:extLst>
          </p:cNvPr>
          <p:cNvSpPr/>
          <p:nvPr/>
        </p:nvSpPr>
        <p:spPr>
          <a:xfrm>
            <a:off x="5074201" y="142292"/>
            <a:ext cx="1160445" cy="1672365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Rechte verbindingslijn 6">
            <a:extLst>
              <a:ext uri="{FF2B5EF4-FFF2-40B4-BE49-F238E27FC236}">
                <a16:creationId xmlns:a16="http://schemas.microsoft.com/office/drawing/2014/main" id="{A23C5B04-6DAC-0EC1-08D4-63C00CCB1815}"/>
              </a:ext>
            </a:extLst>
          </p:cNvPr>
          <p:cNvSpPr/>
          <p:nvPr/>
        </p:nvSpPr>
        <p:spPr>
          <a:xfrm flipH="1">
            <a:off x="2836460" y="3794464"/>
            <a:ext cx="1" cy="1566863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2" name="TextBox 72">
            <a:extLst>
              <a:ext uri="{FF2B5EF4-FFF2-40B4-BE49-F238E27FC236}">
                <a16:creationId xmlns:a16="http://schemas.microsoft.com/office/drawing/2014/main" id="{06D2ADCC-DB12-998A-F693-AD240609E0BB}"/>
              </a:ext>
            </a:extLst>
          </p:cNvPr>
          <p:cNvSpPr txBox="1"/>
          <p:nvPr/>
        </p:nvSpPr>
        <p:spPr>
          <a:xfrm>
            <a:off x="271713" y="4388558"/>
            <a:ext cx="3594889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</a:p>
        </p:txBody>
      </p:sp>
      <p:sp>
        <p:nvSpPr>
          <p:cNvPr id="13" name="TextBox 72">
            <a:extLst>
              <a:ext uri="{FF2B5EF4-FFF2-40B4-BE49-F238E27FC236}">
                <a16:creationId xmlns:a16="http://schemas.microsoft.com/office/drawing/2014/main" id="{7DE77425-E702-EC58-C155-A0740A2F1639}"/>
              </a:ext>
            </a:extLst>
          </p:cNvPr>
          <p:cNvSpPr txBox="1"/>
          <p:nvPr/>
        </p:nvSpPr>
        <p:spPr>
          <a:xfrm>
            <a:off x="271713" y="4716249"/>
            <a:ext cx="3982423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(2023/2024)</a:t>
            </a:r>
          </a:p>
        </p:txBody>
      </p:sp>
      <p:sp>
        <p:nvSpPr>
          <p:cNvPr id="14" name="TextBox 72">
            <a:extLst>
              <a:ext uri="{FF2B5EF4-FFF2-40B4-BE49-F238E27FC236}">
                <a16:creationId xmlns:a16="http://schemas.microsoft.com/office/drawing/2014/main" id="{32DF8666-D1B4-CD0B-C7D8-B88FF80B5AB2}"/>
              </a:ext>
            </a:extLst>
          </p:cNvPr>
          <p:cNvSpPr txBox="1"/>
          <p:nvPr/>
        </p:nvSpPr>
        <p:spPr>
          <a:xfrm>
            <a:off x="271713" y="5028809"/>
            <a:ext cx="3780895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{{CLUB_2022/2023}} (2022/2023)</a:t>
            </a:r>
          </a:p>
        </p:txBody>
      </p:sp>
      <p:pic>
        <p:nvPicPr>
          <p:cNvPr id="31" name="Afbeelding 47" descr="Afbeelding 47">
            <a:extLst>
              <a:ext uri="{FF2B5EF4-FFF2-40B4-BE49-F238E27FC236}">
                <a16:creationId xmlns:a16="http://schemas.microsoft.com/office/drawing/2014/main" id="{6526D066-9B91-00EC-0B0E-EF1A19E389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9" cy="392864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TextBox 73">
            <a:extLst>
              <a:ext uri="{FF2B5EF4-FFF2-40B4-BE49-F238E27FC236}">
                <a16:creationId xmlns:a16="http://schemas.microsoft.com/office/drawing/2014/main" id="{4E8D4BBB-CD3C-A8E8-FCFF-377DE27583B8}"/>
              </a:ext>
            </a:extLst>
          </p:cNvPr>
          <p:cNvSpPr txBox="1"/>
          <p:nvPr/>
        </p:nvSpPr>
        <p:spPr>
          <a:xfrm>
            <a:off x="3194210" y="4388558"/>
            <a:ext cx="755973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{{G24/25}}</a:t>
            </a:r>
            <a:endParaRPr/>
          </a:p>
        </p:txBody>
      </p:sp>
      <p:sp>
        <p:nvSpPr>
          <p:cNvPr id="33" name="TextBox 74">
            <a:extLst>
              <a:ext uri="{FF2B5EF4-FFF2-40B4-BE49-F238E27FC236}">
                <a16:creationId xmlns:a16="http://schemas.microsoft.com/office/drawing/2014/main" id="{BBB713D0-BAE5-82DD-D841-7DCC6F996928}"/>
              </a:ext>
            </a:extLst>
          </p:cNvPr>
          <p:cNvSpPr txBox="1"/>
          <p:nvPr/>
        </p:nvSpPr>
        <p:spPr>
          <a:xfrm>
            <a:off x="4088180" y="4388558"/>
            <a:ext cx="789636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{{M24/25}}</a:t>
            </a:r>
          </a:p>
        </p:txBody>
      </p:sp>
      <p:sp>
        <p:nvSpPr>
          <p:cNvPr id="34" name="TextBox 75">
            <a:extLst>
              <a:ext uri="{FF2B5EF4-FFF2-40B4-BE49-F238E27FC236}">
                <a16:creationId xmlns:a16="http://schemas.microsoft.com/office/drawing/2014/main" id="{98926A7D-E11D-4A2E-B8F5-21C628F82E52}"/>
              </a:ext>
            </a:extLst>
          </p:cNvPr>
          <p:cNvSpPr txBox="1"/>
          <p:nvPr/>
        </p:nvSpPr>
        <p:spPr>
          <a:xfrm>
            <a:off x="5022115" y="4388558"/>
            <a:ext cx="858564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{{GO24/25}}</a:t>
            </a:r>
          </a:p>
          <a:p>
            <a:endParaRPr/>
          </a:p>
        </p:txBody>
      </p:sp>
      <p:sp>
        <p:nvSpPr>
          <p:cNvPr id="35" name="TextBox 76">
            <a:extLst>
              <a:ext uri="{FF2B5EF4-FFF2-40B4-BE49-F238E27FC236}">
                <a16:creationId xmlns:a16="http://schemas.microsoft.com/office/drawing/2014/main" id="{DF909042-067C-83F0-41A9-F6F568B5D3C9}"/>
              </a:ext>
            </a:extLst>
          </p:cNvPr>
          <p:cNvSpPr txBox="1"/>
          <p:nvPr/>
        </p:nvSpPr>
        <p:spPr>
          <a:xfrm>
            <a:off x="5956623" y="4388558"/>
            <a:ext cx="747958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{{A24/25}}</a:t>
            </a:r>
          </a:p>
          <a:p>
            <a:endParaRPr/>
          </a:p>
        </p:txBody>
      </p:sp>
      <p:sp>
        <p:nvSpPr>
          <p:cNvPr id="3" name="Rectangle: Single Corner Rounded 2">
            <a:extLst>
              <a:ext uri="{FF2B5EF4-FFF2-40B4-BE49-F238E27FC236}">
                <a16:creationId xmlns:a16="http://schemas.microsoft.com/office/drawing/2014/main" id="{C2A14CDF-BFC8-C478-AAF8-18B7FB72B9A4}"/>
              </a:ext>
            </a:extLst>
          </p:cNvPr>
          <p:cNvSpPr/>
          <p:nvPr/>
        </p:nvSpPr>
        <p:spPr>
          <a:xfrm>
            <a:off x="574308" y="3324888"/>
            <a:ext cx="2271711" cy="369330"/>
          </a:xfrm>
          <a:prstGeom prst="round1Rect">
            <a:avLst/>
          </a:prstGeom>
          <a:solidFill>
            <a:schemeClr val="tx1"/>
          </a:solidFill>
          <a:ln w="1905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#STATS</a:t>
            </a: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2322</TotalTime>
  <Words>165</Words>
  <Application>Microsoft Office PowerPoint</Application>
  <PresentationFormat>A4 Paper (210x297 mm)</PresentationFormat>
  <Paragraphs>71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38</cp:revision>
  <dcterms:modified xsi:type="dcterms:W3CDTF">2026-02-12T21:28:03Z</dcterms:modified>
</cp:coreProperties>
</file>