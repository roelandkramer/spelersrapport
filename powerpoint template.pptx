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25AB-6E09-4C02-964D-D149BB380812}" v="3" dt="2026-02-11T11:01:34.408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2" autoAdjust="0"/>
    <p:restoredTop sz="94660"/>
  </p:normalViewPr>
  <p:slideViewPr>
    <p:cSldViewPr snapToGrid="0">
      <p:cViewPr>
        <p:scale>
          <a:sx n="100" d="100"/>
          <a:sy n="100" d="100"/>
        </p:scale>
        <p:origin x="120" y="-1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eland kramer" userId="205d280fcba3cbd5" providerId="LiveId" clId="{AE241127-7682-4E2B-B120-8E8D17819845}"/>
    <pc:docChg chg="undo custSel modSld">
      <pc:chgData name="roeland kramer" userId="205d280fcba3cbd5" providerId="LiveId" clId="{AE241127-7682-4E2B-B120-8E8D17819845}" dt="2026-02-11T11:01:42.612" v="12" actId="14100"/>
      <pc:docMkLst>
        <pc:docMk/>
      </pc:docMkLst>
      <pc:sldChg chg="addSp modSp mod">
        <pc:chgData name="roeland kramer" userId="205d280fcba3cbd5" providerId="LiveId" clId="{AE241127-7682-4E2B-B120-8E8D17819845}" dt="2026-02-11T11:01:42.612" v="12" actId="14100"/>
        <pc:sldMkLst>
          <pc:docMk/>
          <pc:sldMk cId="0" sldId="256"/>
        </pc:sldMkLst>
        <pc:spChg chg="add mod">
          <ac:chgData name="roeland kramer" userId="205d280fcba3cbd5" providerId="LiveId" clId="{AE241127-7682-4E2B-B120-8E8D17819845}" dt="2026-02-11T11:00:37.721" v="5"/>
          <ac:spMkLst>
            <pc:docMk/>
            <pc:sldMk cId="0" sldId="256"/>
            <ac:spMk id="3" creationId="{BB3921B5-1062-934A-9741-17E6263E6886}"/>
          </ac:spMkLst>
        </pc:spChg>
        <pc:spChg chg="add mod">
          <ac:chgData name="roeland kramer" userId="205d280fcba3cbd5" providerId="LiveId" clId="{AE241127-7682-4E2B-B120-8E8D17819845}" dt="2026-02-11T11:01:42.612" v="12" actId="14100"/>
          <ac:spMkLst>
            <pc:docMk/>
            <pc:sldMk cId="0" sldId="256"/>
            <ac:spMk id="4" creationId="{5DC59128-3946-7A3C-5BF2-3C0AC5E116AC}"/>
          </ac:spMkLst>
        </pc:spChg>
        <pc:spChg chg="add mod">
          <ac:chgData name="roeland kramer" userId="205d280fcba3cbd5" providerId="LiveId" clId="{AE241127-7682-4E2B-B120-8E8D17819845}" dt="2026-02-10T13:48:19.521" v="3"/>
          <ac:spMkLst>
            <pc:docMk/>
            <pc:sldMk cId="0" sldId="256"/>
            <ac:spMk id="4" creationId="{C29B6D7C-C33A-D242-6C97-5AB89E6195D7}"/>
          </ac:spMkLst>
        </pc:spChg>
        <pc:spChg chg="mod">
          <ac:chgData name="roeland kramer" userId="205d280fcba3cbd5" providerId="LiveId" clId="{AE241127-7682-4E2B-B120-8E8D17819845}" dt="2026-02-10T13:48:31.615" v="4" actId="1076"/>
          <ac:spMkLst>
            <pc:docMk/>
            <pc:sldMk cId="0" sldId="256"/>
            <ac:spMk id="6" creationId="{1A70E66F-FDAA-0070-7C79-E2F3E1807420}"/>
          </ac:spMkLst>
        </pc:spChg>
        <pc:spChg chg="mod">
          <ac:chgData name="roeland kramer" userId="205d280fcba3cbd5" providerId="LiveId" clId="{AE241127-7682-4E2B-B120-8E8D17819845}" dt="2026-02-11T11:00:50.194" v="7" actId="1076"/>
          <ac:spMkLst>
            <pc:docMk/>
            <pc:sldMk cId="0" sldId="256"/>
            <ac:spMk id="176" creationId="{00000000-0000-0000-0000-000000000000}"/>
          </ac:spMkLst>
        </pc:spChg>
        <pc:spChg chg="mod">
          <ac:chgData name="roeland kramer" userId="205d280fcba3cbd5" providerId="LiveId" clId="{AE241127-7682-4E2B-B120-8E8D17819845}" dt="2026-02-11T11:00:52.538" v="8" actId="20577"/>
          <ac:spMkLst>
            <pc:docMk/>
            <pc:sldMk cId="0" sldId="256"/>
            <ac:spMk id="17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3" name="Rechte verbindingslijn 6"/>
          <p:cNvSpPr/>
          <p:nvPr/>
        </p:nvSpPr>
        <p:spPr>
          <a:xfrm>
            <a:off x="2836461" y="3794464"/>
            <a:ext cx="1" cy="617484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20" y="1569600"/>
            <a:ext cx="1784880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092080" y="2549964"/>
            <a:ext cx="1720200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2241855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FC DEN BOSCH (2025/2026)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6" name="TextBox 82"/>
          <p:cNvSpPr txBox="1"/>
          <p:nvPr/>
        </p:nvSpPr>
        <p:spPr>
          <a:xfrm>
            <a:off x="272520" y="4852216"/>
            <a:ext cx="3773984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  <a:endParaRPr/>
          </a:p>
        </p:txBody>
      </p:sp>
      <p:sp>
        <p:nvSpPr>
          <p:cNvPr id="177" name="TextBox 87"/>
          <p:cNvSpPr txBox="1"/>
          <p:nvPr/>
        </p:nvSpPr>
        <p:spPr>
          <a:xfrm>
            <a:off x="272519" y="5115016"/>
            <a:ext cx="36752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3034310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Previous Clubs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228597" y="6212291"/>
            <a:ext cx="3035808" cy="32095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77BFF67-E3DC-DAF9-7053-0AF1A279012C}"/>
              </a:ext>
            </a:extLst>
          </p:cNvPr>
          <p:cNvSpPr/>
          <p:nvPr/>
        </p:nvSpPr>
        <p:spPr>
          <a:xfrm>
            <a:off x="236197" y="6212291"/>
            <a:ext cx="3035810" cy="320502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45973" y="6207770"/>
            <a:ext cx="3099816" cy="32095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39DDD7D-3A0C-6109-7668-4B3E8487D472}"/>
              </a:ext>
            </a:extLst>
          </p:cNvPr>
          <p:cNvSpPr/>
          <p:nvPr/>
        </p:nvSpPr>
        <p:spPr>
          <a:xfrm>
            <a:off x="3538371" y="6212291"/>
            <a:ext cx="3099935" cy="320502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" name="Rechte verbindingslijn 6">
            <a:extLst>
              <a:ext uri="{FF2B5EF4-FFF2-40B4-BE49-F238E27FC236}">
                <a16:creationId xmlns:a16="http://schemas.microsoft.com/office/drawing/2014/main" id="{BB3921B5-1062-934A-9741-17E6263E6886}"/>
              </a:ext>
            </a:extLst>
          </p:cNvPr>
          <p:cNvSpPr/>
          <p:nvPr/>
        </p:nvSpPr>
        <p:spPr>
          <a:xfrm>
            <a:off x="342219" y="4521891"/>
            <a:ext cx="6173562" cy="1"/>
          </a:xfrm>
          <a:prstGeom prst="line">
            <a:avLst/>
          </a:prstGeom>
          <a:ln w="12700">
            <a:solidFill>
              <a:srgbClr val="173883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9" name="Rechthoek">
            <a:extLst>
              <a:ext uri="{FF2B5EF4-FFF2-40B4-BE49-F238E27FC236}">
                <a16:creationId xmlns:a16="http://schemas.microsoft.com/office/drawing/2014/main" id="{A06A7496-2F9E-232D-D46C-98387FA1F4D7}"/>
              </a:ext>
            </a:extLst>
          </p:cNvPr>
          <p:cNvSpPr/>
          <p:nvPr/>
        </p:nvSpPr>
        <p:spPr>
          <a:xfrm>
            <a:off x="5096073" y="142292"/>
            <a:ext cx="1160445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2166</TotalTime>
  <Words>143</Words>
  <Application>Microsoft Office PowerPoint</Application>
  <PresentationFormat>A4 Paper (210x297 mm)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28</cp:revision>
  <dcterms:modified xsi:type="dcterms:W3CDTF">2026-02-11T22:13:30Z</dcterms:modified>
</cp:coreProperties>
</file>