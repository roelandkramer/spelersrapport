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173883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173883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38100" cap="flat">
              <a:solidFill>
                <a:srgbClr val="173883"/>
              </a:solidFill>
              <a:prstDash val="solid"/>
              <a:round/>
            </a:ln>
          </a:top>
          <a:bottom>
            <a:ln w="127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173883"/>
        </a:fontRef>
        <a:srgbClr val="173883"/>
      </a:tcTxStyle>
      <a:tcStyle>
        <a:tcBdr>
          <a:left>
            <a:ln w="12700" cap="flat">
              <a:solidFill>
                <a:srgbClr val="173883"/>
              </a:solidFill>
              <a:prstDash val="solid"/>
              <a:round/>
            </a:ln>
          </a:left>
          <a:right>
            <a:ln w="12700" cap="flat">
              <a:solidFill>
                <a:srgbClr val="173883"/>
              </a:solidFill>
              <a:prstDash val="solid"/>
              <a:round/>
            </a:ln>
          </a:right>
          <a:top>
            <a:ln w="12700" cap="flat">
              <a:solidFill>
                <a:srgbClr val="173883"/>
              </a:solidFill>
              <a:prstDash val="solid"/>
              <a:round/>
            </a:ln>
          </a:top>
          <a:bottom>
            <a:ln w="38100" cap="flat">
              <a:solidFill>
                <a:srgbClr val="173883"/>
              </a:solidFill>
              <a:prstDash val="solid"/>
              <a:round/>
            </a:ln>
          </a:bottom>
          <a:insideH>
            <a:ln w="12700" cap="flat">
              <a:solidFill>
                <a:srgbClr val="173883"/>
              </a:solidFill>
              <a:prstDash val="solid"/>
              <a:round/>
            </a:ln>
          </a:insideH>
          <a:insideV>
            <a:ln w="12700" cap="flat">
              <a:solidFill>
                <a:srgbClr val="173883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564" y="-23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14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3" name="Shape 14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13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7" cy="4120622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7" cy="2166939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8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7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5"/>
            <a:ext cx="2901257" cy="1190097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0">
              <a:buSzTx/>
              <a:buFontTx/>
              <a:buNone/>
              <a:defRPr sz="1800" b="1"/>
            </a:lvl2pPr>
            <a:lvl3pPr marL="0" indent="0">
              <a:buSzTx/>
              <a:buFontTx/>
              <a:buNone/>
              <a:defRPr sz="1800" b="1"/>
            </a:lvl3pPr>
            <a:lvl4pPr marL="0" indent="0">
              <a:buSzTx/>
              <a:buFontTx/>
              <a:buNone/>
              <a:defRPr sz="1800" b="1"/>
            </a:lvl4pPr>
            <a:lvl5pPr marL="0" indent="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5" cy="1190096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4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9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64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1" y="1426282"/>
            <a:ext cx="3471866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19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65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4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1" y="1426282"/>
            <a:ext cx="3471866" cy="703968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0">
              <a:buSzTx/>
              <a:buFontTx/>
              <a:buNone/>
              <a:defRPr sz="1200"/>
            </a:lvl2pPr>
            <a:lvl3pPr marL="0" indent="0">
              <a:buSzTx/>
              <a:buFontTx/>
              <a:buNone/>
              <a:defRPr sz="1200"/>
            </a:lvl3pPr>
            <a:lvl4pPr marL="0" indent="0">
              <a:buSzTx/>
              <a:buFontTx/>
              <a:buNone/>
              <a:defRPr sz="1200"/>
            </a:lvl4pPr>
            <a:lvl5pPr marL="0" indent="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Afbeelding 10" descr="Afbeelding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6" y="3684932"/>
            <a:ext cx="7147324" cy="6582206"/>
          </a:xfrm>
          <a:prstGeom prst="rect">
            <a:avLst/>
          </a:prstGeom>
          <a:ln w="12700">
            <a:miter lim="400000"/>
          </a:ln>
        </p:spPr>
      </p:pic>
      <p:pic>
        <p:nvPicPr>
          <p:cNvPr id="8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8" y="-22389"/>
            <a:ext cx="3218491" cy="3242598"/>
          </a:xfrm>
          <a:prstGeom prst="rect">
            <a:avLst/>
          </a:prstGeom>
          <a:ln w="12700">
            <a:miter lim="400000"/>
          </a:ln>
        </p:spPr>
      </p:pic>
      <p:pic>
        <p:nvPicPr>
          <p:cNvPr id="8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4"/>
          </a:xfrm>
          <a:prstGeom prst="rect">
            <a:avLst/>
          </a:prstGeom>
          <a:ln w="12700">
            <a:miter lim="400000"/>
          </a:ln>
        </p:spPr>
      </p:pic>
      <p:pic>
        <p:nvPicPr>
          <p:cNvPr id="86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87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2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89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8"/>
            <a:ext cx="4728160" cy="6234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1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3329725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2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771098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6630836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557527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96" name="Tekstvak 58"/>
          <p:cNvSpPr txBox="1"/>
          <p:nvPr/>
        </p:nvSpPr>
        <p:spPr>
          <a:xfrm>
            <a:off x="274317" y="1567967"/>
            <a:ext cx="1549794" cy="1513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97" name="Tekstvak 59"/>
          <p:cNvSpPr txBox="1"/>
          <p:nvPr/>
        </p:nvSpPr>
        <p:spPr>
          <a:xfrm>
            <a:off x="3432221" y="2585784"/>
            <a:ext cx="1863387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98" name="Tekstvak 8"/>
          <p:cNvSpPr txBox="1"/>
          <p:nvPr/>
        </p:nvSpPr>
        <p:spPr>
          <a:xfrm>
            <a:off x="274317" y="3818869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99" name="Tekstvak 11"/>
          <p:cNvSpPr txBox="1"/>
          <p:nvPr/>
        </p:nvSpPr>
        <p:spPr>
          <a:xfrm>
            <a:off x="3090670" y="3827915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0" name="Tekstvak 14"/>
          <p:cNvSpPr txBox="1"/>
          <p:nvPr/>
        </p:nvSpPr>
        <p:spPr>
          <a:xfrm>
            <a:off x="4000860" y="3826801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01" name="Tekstvak 15"/>
          <p:cNvSpPr txBox="1"/>
          <p:nvPr/>
        </p:nvSpPr>
        <p:spPr>
          <a:xfrm>
            <a:off x="4969764" y="3826801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02" name="Tekstvak 17"/>
          <p:cNvSpPr txBox="1"/>
          <p:nvPr/>
        </p:nvSpPr>
        <p:spPr>
          <a:xfrm>
            <a:off x="5850335" y="3824755"/>
            <a:ext cx="961945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03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3329725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5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771098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2"/>
          </a:xfrm>
          <a:prstGeom prst="rect">
            <a:avLst/>
          </a:prstGeom>
          <a:ln w="12700">
            <a:miter lim="400000"/>
          </a:ln>
        </p:spPr>
      </p:pic>
      <p:pic>
        <p:nvPicPr>
          <p:cNvPr id="107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6630836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8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6" y="5575279"/>
            <a:ext cx="445481" cy="392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09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110" name="TextBox 28"/>
          <p:cNvSpPr txBox="1"/>
          <p:nvPr/>
        </p:nvSpPr>
        <p:spPr>
          <a:xfrm>
            <a:off x="318080" y="5607510"/>
            <a:ext cx="828293" cy="3611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" tIns="9142" rIns="9142" bIns="9142" anchor="ctr">
            <a:spAutoFit/>
          </a:bodyPr>
          <a:lstStyle>
            <a:lvl1pPr defTabSz="91438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11" name="TextBox 28"/>
          <p:cNvSpPr txBox="1"/>
          <p:nvPr/>
        </p:nvSpPr>
        <p:spPr>
          <a:xfrm>
            <a:off x="605758" y="3329107"/>
            <a:ext cx="891031" cy="3611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" tIns="9142" rIns="9142" bIns="9142" anchor="ctr">
            <a:spAutoFit/>
          </a:bodyPr>
          <a:lstStyle>
            <a:lvl1pPr defTabSz="91438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#STATS</a:t>
            </a:r>
          </a:p>
        </p:txBody>
      </p:sp>
      <p:pic>
        <p:nvPicPr>
          <p:cNvPr id="112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6" y="3392068"/>
            <a:ext cx="245700" cy="22659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4"/>
            <a:ext cx="6858000" cy="691213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4"/>
            <a:ext cx="6858000" cy="6912131"/>
          </a:xfrm>
          <a:prstGeom prst="rect">
            <a:avLst/>
          </a:prstGeom>
          <a:ln w="12700">
            <a:miter lim="400000"/>
          </a:ln>
        </p:spPr>
      </p:pic>
      <p:sp>
        <p:nvSpPr>
          <p:cNvPr id="11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5"/>
          </a:xfrm>
          <a:prstGeom prst="rect">
            <a:avLst/>
          </a:prstGeom>
          <a:ln w="12700">
            <a:miter lim="400000"/>
          </a:ln>
        </p:spPr>
      </p:pic>
      <p:sp>
        <p:nvSpPr>
          <p:cNvPr id="123" name="Rechthoek"/>
          <p:cNvSpPr/>
          <p:nvPr/>
        </p:nvSpPr>
        <p:spPr>
          <a:xfrm>
            <a:off x="-66675" y="1114236"/>
            <a:ext cx="3398093" cy="2811528"/>
          </a:xfrm>
          <a:prstGeom prst="rect">
            <a:avLst/>
          </a:prstGeom>
          <a:solidFill>
            <a:srgbClr val="FFFFFF">
              <a:alpha val="59728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24" name="Rechthoek"/>
          <p:cNvSpPr/>
          <p:nvPr/>
        </p:nvSpPr>
        <p:spPr>
          <a:xfrm>
            <a:off x="-66675" y="4006849"/>
            <a:ext cx="3398093" cy="6156290"/>
          </a:xfrm>
          <a:prstGeom prst="rect">
            <a:avLst/>
          </a:prstGeom>
          <a:solidFill>
            <a:srgbClr val="FFFFFF">
              <a:alpha val="59728"/>
            </a:srgbClr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125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8" y="-22389"/>
            <a:ext cx="3218491" cy="3242598"/>
          </a:xfrm>
          <a:prstGeom prst="rect">
            <a:avLst/>
          </a:prstGeom>
          <a:ln w="12700">
            <a:miter lim="400000"/>
          </a:ln>
        </p:spPr>
      </p:pic>
      <p:pic>
        <p:nvPicPr>
          <p:cNvPr id="126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28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5"/>
            <a:ext cx="6858000" cy="2756745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Rechthoek 21"/>
          <p:cNvSpPr/>
          <p:nvPr/>
        </p:nvSpPr>
        <p:spPr>
          <a:xfrm>
            <a:off x="0" y="968562"/>
            <a:ext cx="6858000" cy="32801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0" name="Rechthoek 22"/>
          <p:cNvSpPr/>
          <p:nvPr/>
        </p:nvSpPr>
        <p:spPr>
          <a:xfrm>
            <a:off x="0" y="3728261"/>
            <a:ext cx="6858000" cy="32801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" name="Rechthoek 23"/>
          <p:cNvSpPr/>
          <p:nvPr/>
        </p:nvSpPr>
        <p:spPr>
          <a:xfrm>
            <a:off x="0" y="6821241"/>
            <a:ext cx="6858000" cy="32801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32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8"/>
            <a:ext cx="4728160" cy="623497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Tekstvak 28"/>
          <p:cNvSpPr txBox="1"/>
          <p:nvPr/>
        </p:nvSpPr>
        <p:spPr>
          <a:xfrm>
            <a:off x="274318" y="995634"/>
            <a:ext cx="386791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34" name="Tekstvak 29"/>
          <p:cNvSpPr txBox="1"/>
          <p:nvPr/>
        </p:nvSpPr>
        <p:spPr>
          <a:xfrm>
            <a:off x="293778" y="3750886"/>
            <a:ext cx="399164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35" name="Tekstvak 30"/>
          <p:cNvSpPr txBox="1"/>
          <p:nvPr/>
        </p:nvSpPr>
        <p:spPr>
          <a:xfrm>
            <a:off x="274317" y="6833475"/>
            <a:ext cx="386791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36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7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7" cy="6285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8" y="9329529"/>
            <a:ext cx="231275" cy="23113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6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6" marR="0" indent="-276956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2" descr="Afbeelding 12">
            <a:extLst>
              <a:ext uri="{FF2B5EF4-FFF2-40B4-BE49-F238E27FC236}">
                <a16:creationId xmlns:a16="http://schemas.microsoft.com/office/drawing/2014/main" id="{AB2DE8BF-7A04-ECE2-1A27-D8719968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Afbeelding 3" descr="Afbeelding 3">
            <a:extLst>
              <a:ext uri="{FF2B5EF4-FFF2-40B4-BE49-F238E27FC236}">
                <a16:creationId xmlns:a16="http://schemas.microsoft.com/office/drawing/2014/main" id="{DE45FE86-8020-2F83-2FEC-52C1FE2F4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Afbeelding 28" descr="Afbeelding 28">
            <a:extLst>
              <a:ext uri="{FF2B5EF4-FFF2-40B4-BE49-F238E27FC236}">
                <a16:creationId xmlns:a16="http://schemas.microsoft.com/office/drawing/2014/main" id="{34277203-D8B9-D8A2-46BF-D7319410C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Afbeelding 29" descr="Afbeelding 29">
            <a:extLst>
              <a:ext uri="{FF2B5EF4-FFF2-40B4-BE49-F238E27FC236}">
                <a16:creationId xmlns:a16="http://schemas.microsoft.com/office/drawing/2014/main" id="{153727E0-3F13-F2D6-DC09-CF69E7E113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Afbeelding 45" descr="Afbeelding 45">
            <a:extLst>
              <a:ext uri="{FF2B5EF4-FFF2-40B4-BE49-F238E27FC236}">
                <a16:creationId xmlns:a16="http://schemas.microsoft.com/office/drawing/2014/main" id="{64BEF1F0-5846-D75E-E487-3C5A3B3C3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Afbeelding 47" descr="Afbeelding 47">
            <a:extLst>
              <a:ext uri="{FF2B5EF4-FFF2-40B4-BE49-F238E27FC236}">
                <a16:creationId xmlns:a16="http://schemas.microsoft.com/office/drawing/2014/main" id="{AFF330DB-8390-6F7D-34AD-19480B4B3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4D64347C-E455-3BDC-B546-D48DC34299CB}"/>
              </a:ext>
            </a:extLst>
          </p:cNvPr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" name="Tekstvak 11">
            <a:extLst>
              <a:ext uri="{FF2B5EF4-FFF2-40B4-BE49-F238E27FC236}">
                <a16:creationId xmlns:a16="http://schemas.microsoft.com/office/drawing/2014/main" id="{0FD2D50B-90B6-E4CD-E974-CA295F56D909}"/>
              </a:ext>
            </a:extLst>
          </p:cNvPr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1" name="Tekstvak 14">
            <a:extLst>
              <a:ext uri="{FF2B5EF4-FFF2-40B4-BE49-F238E27FC236}">
                <a16:creationId xmlns:a16="http://schemas.microsoft.com/office/drawing/2014/main" id="{54332D02-843F-A257-B3DD-C161C8DB55B7}"/>
              </a:ext>
            </a:extLst>
          </p:cNvPr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2" name="Tekstvak 15">
            <a:extLst>
              <a:ext uri="{FF2B5EF4-FFF2-40B4-BE49-F238E27FC236}">
                <a16:creationId xmlns:a16="http://schemas.microsoft.com/office/drawing/2014/main" id="{20CA872E-460D-2C42-4D3F-67023FE0BB24}"/>
              </a:ext>
            </a:extLst>
          </p:cNvPr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3" name="Tekstvak 17">
            <a:extLst>
              <a:ext uri="{FF2B5EF4-FFF2-40B4-BE49-F238E27FC236}">
                <a16:creationId xmlns:a16="http://schemas.microsoft.com/office/drawing/2014/main" id="{2AFD56E4-58C4-778E-A395-358A0F4C2924}"/>
              </a:ext>
            </a:extLst>
          </p:cNvPr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4" name="TextBox 69">
            <a:extLst>
              <a:ext uri="{FF2B5EF4-FFF2-40B4-BE49-F238E27FC236}">
                <a16:creationId xmlns:a16="http://schemas.microsoft.com/office/drawing/2014/main" id="{D2BBB25B-DC9E-7A5A-2926-8C1630AFAA6D}"/>
              </a:ext>
            </a:extLst>
          </p:cNvPr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5" name="TextBox 71">
            <a:extLst>
              <a:ext uri="{FF2B5EF4-FFF2-40B4-BE49-F238E27FC236}">
                <a16:creationId xmlns:a16="http://schemas.microsoft.com/office/drawing/2014/main" id="{62F3632F-1079-A9C9-B4FA-661A9D010E14}"/>
              </a:ext>
            </a:extLst>
          </p:cNvPr>
          <p:cNvSpPr txBox="1"/>
          <p:nvPr/>
        </p:nvSpPr>
        <p:spPr>
          <a:xfrm>
            <a:off x="5178020" y="2577403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6" name="TextBox 72">
            <a:extLst>
              <a:ext uri="{FF2B5EF4-FFF2-40B4-BE49-F238E27FC236}">
                <a16:creationId xmlns:a16="http://schemas.microsoft.com/office/drawing/2014/main" id="{1F9B94A9-BF4F-A79C-134B-5726D045FB0D}"/>
              </a:ext>
            </a:extLst>
          </p:cNvPr>
          <p:cNvSpPr txBox="1"/>
          <p:nvPr/>
        </p:nvSpPr>
        <p:spPr>
          <a:xfrm>
            <a:off x="272520" y="4082400"/>
            <a:ext cx="381566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{{CLUB_2025/2026}} </a:t>
            </a:r>
            <a:r>
              <a:rPr lang="en-US"/>
              <a:t>{{YEAR_2025/2026}}</a:t>
            </a:r>
            <a:endParaRPr lang="nl-NL"/>
          </a:p>
        </p:txBody>
      </p:sp>
      <p:sp>
        <p:nvSpPr>
          <p:cNvPr id="17" name="TextBox 73">
            <a:extLst>
              <a:ext uri="{FF2B5EF4-FFF2-40B4-BE49-F238E27FC236}">
                <a16:creationId xmlns:a16="http://schemas.microsoft.com/office/drawing/2014/main" id="{A7BEC453-E51B-549E-88D1-C458D5DDF5D0}"/>
              </a:ext>
            </a:extLst>
          </p:cNvPr>
          <p:cNvSpPr txBox="1"/>
          <p:nvPr/>
        </p:nvSpPr>
        <p:spPr>
          <a:xfrm>
            <a:off x="3195015" y="4082400"/>
            <a:ext cx="755974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{{G25/26}}</a:t>
            </a:r>
            <a:endParaRPr/>
          </a:p>
        </p:txBody>
      </p:sp>
      <p:sp>
        <p:nvSpPr>
          <p:cNvPr id="18" name="TextBox 74">
            <a:extLst>
              <a:ext uri="{FF2B5EF4-FFF2-40B4-BE49-F238E27FC236}">
                <a16:creationId xmlns:a16="http://schemas.microsoft.com/office/drawing/2014/main" id="{A6907E4F-134D-6A5E-95C4-AC788A19DCE5}"/>
              </a:ext>
            </a:extLst>
          </p:cNvPr>
          <p:cNvSpPr txBox="1"/>
          <p:nvPr/>
        </p:nvSpPr>
        <p:spPr>
          <a:xfrm>
            <a:off x="4088984" y="4082400"/>
            <a:ext cx="78963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{{M25/26}}</a:t>
            </a:r>
            <a:endParaRPr/>
          </a:p>
        </p:txBody>
      </p:sp>
      <p:sp>
        <p:nvSpPr>
          <p:cNvPr id="19" name="TextBox 75">
            <a:extLst>
              <a:ext uri="{FF2B5EF4-FFF2-40B4-BE49-F238E27FC236}">
                <a16:creationId xmlns:a16="http://schemas.microsoft.com/office/drawing/2014/main" id="{AC890F1F-7FD0-3B11-133B-4F5F8BA5381A}"/>
              </a:ext>
            </a:extLst>
          </p:cNvPr>
          <p:cNvSpPr txBox="1"/>
          <p:nvPr/>
        </p:nvSpPr>
        <p:spPr>
          <a:xfrm>
            <a:off x="5022919" y="4082400"/>
            <a:ext cx="85856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{{GO25/26}}</a:t>
            </a:r>
            <a:endParaRPr/>
          </a:p>
        </p:txBody>
      </p:sp>
      <p:sp>
        <p:nvSpPr>
          <p:cNvPr id="20" name="TextBox 76">
            <a:extLst>
              <a:ext uri="{FF2B5EF4-FFF2-40B4-BE49-F238E27FC236}">
                <a16:creationId xmlns:a16="http://schemas.microsoft.com/office/drawing/2014/main" id="{878BDF2A-684C-4A8C-EDCE-E9A8D59C892A}"/>
              </a:ext>
            </a:extLst>
          </p:cNvPr>
          <p:cNvSpPr txBox="1"/>
          <p:nvPr/>
        </p:nvSpPr>
        <p:spPr>
          <a:xfrm>
            <a:off x="5956623" y="4082400"/>
            <a:ext cx="74796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{{A25/26}}</a:t>
            </a:r>
            <a:endParaRPr/>
          </a:p>
        </p:txBody>
      </p:sp>
      <p:sp>
        <p:nvSpPr>
          <p:cNvPr id="21" name="TextBox 28">
            <a:extLst>
              <a:ext uri="{FF2B5EF4-FFF2-40B4-BE49-F238E27FC236}">
                <a16:creationId xmlns:a16="http://schemas.microsoft.com/office/drawing/2014/main" id="{1F3073E8-49DA-48A1-D9F1-50424D94AFAA}"/>
              </a:ext>
            </a:extLst>
          </p:cNvPr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22" name="pasted-image.tiff" descr="pasted-image.tiff">
            <a:extLst>
              <a:ext uri="{FF2B5EF4-FFF2-40B4-BE49-F238E27FC236}">
                <a16:creationId xmlns:a16="http://schemas.microsoft.com/office/drawing/2014/main" id="{E89A5A1C-4290-78A2-FFA4-897ADAEDD6E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3" name="9">
            <a:extLst>
              <a:ext uri="{FF2B5EF4-FFF2-40B4-BE49-F238E27FC236}">
                <a16:creationId xmlns:a16="http://schemas.microsoft.com/office/drawing/2014/main" id="{684F3FAB-5CFD-A261-33F6-D0F7E17FBD76}"/>
              </a:ext>
            </a:extLst>
          </p:cNvPr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24" name="11">
            <a:extLst>
              <a:ext uri="{FF2B5EF4-FFF2-40B4-BE49-F238E27FC236}">
                <a16:creationId xmlns:a16="http://schemas.microsoft.com/office/drawing/2014/main" id="{6B9A16E5-C597-A3D8-0FDA-B9BF3F2E7407}"/>
              </a:ext>
            </a:extLst>
          </p:cNvPr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25" name="7">
            <a:extLst>
              <a:ext uri="{FF2B5EF4-FFF2-40B4-BE49-F238E27FC236}">
                <a16:creationId xmlns:a16="http://schemas.microsoft.com/office/drawing/2014/main" id="{3D271F04-59E0-655F-2FC7-134C44F1A6F4}"/>
              </a:ext>
            </a:extLst>
          </p:cNvPr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26" name="8">
            <a:extLst>
              <a:ext uri="{FF2B5EF4-FFF2-40B4-BE49-F238E27FC236}">
                <a16:creationId xmlns:a16="http://schemas.microsoft.com/office/drawing/2014/main" id="{D705ED11-209A-76E7-B83B-CA0C730A0678}"/>
              </a:ext>
            </a:extLst>
          </p:cNvPr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6A2E82E1-7977-E99D-C810-CADB884D880F}"/>
              </a:ext>
            </a:extLst>
          </p:cNvPr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28" name="6">
            <a:extLst>
              <a:ext uri="{FF2B5EF4-FFF2-40B4-BE49-F238E27FC236}">
                <a16:creationId xmlns:a16="http://schemas.microsoft.com/office/drawing/2014/main" id="{8F97BDB1-9C73-DE6F-51AE-A1955D5EEA0B}"/>
              </a:ext>
            </a:extLst>
          </p:cNvPr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8A6AB8F-ABE6-01E8-5E3C-1CC716DEDF25}"/>
              </a:ext>
            </a:extLst>
          </p:cNvPr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30" name="2">
            <a:extLst>
              <a:ext uri="{FF2B5EF4-FFF2-40B4-BE49-F238E27FC236}">
                <a16:creationId xmlns:a16="http://schemas.microsoft.com/office/drawing/2014/main" id="{C0EEBA3C-6FE6-9D54-DFE8-C188D2708138}"/>
              </a:ext>
            </a:extLst>
          </p:cNvPr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31" name="4">
            <a:extLst>
              <a:ext uri="{FF2B5EF4-FFF2-40B4-BE49-F238E27FC236}">
                <a16:creationId xmlns:a16="http://schemas.microsoft.com/office/drawing/2014/main" id="{0A518ECF-C032-4FF2-3805-BE7E80F02BA2}"/>
              </a:ext>
            </a:extLst>
          </p:cNvPr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20A2E1F1-4D29-DFA9-6D98-1EDACE16FDC5}"/>
              </a:ext>
            </a:extLst>
          </p:cNvPr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33" name="1">
            <a:extLst>
              <a:ext uri="{FF2B5EF4-FFF2-40B4-BE49-F238E27FC236}">
                <a16:creationId xmlns:a16="http://schemas.microsoft.com/office/drawing/2014/main" id="{39EC7D20-03CD-D73D-2231-7B9E230F578E}"/>
              </a:ext>
            </a:extLst>
          </p:cNvPr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34" name="Tekstvak 8">
            <a:extLst>
              <a:ext uri="{FF2B5EF4-FFF2-40B4-BE49-F238E27FC236}">
                <a16:creationId xmlns:a16="http://schemas.microsoft.com/office/drawing/2014/main" id="{8DED130C-1ED1-13E7-6AD9-4ECADD8BDD4E}"/>
              </a:ext>
            </a:extLst>
          </p:cNvPr>
          <p:cNvSpPr txBox="1"/>
          <p:nvPr/>
        </p:nvSpPr>
        <p:spPr>
          <a:xfrm>
            <a:off x="279177" y="4589050"/>
            <a:ext cx="1430987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38FA007-202B-C2B7-E7BF-80898EC3FB79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E6CFE5-2E41-B43C-8971-C3DA1E5E6D3B}"/>
              </a:ext>
            </a:extLst>
          </p:cNvPr>
          <p:cNvSpPr/>
          <p:nvPr/>
        </p:nvSpPr>
        <p:spPr>
          <a:xfrm>
            <a:off x="228597" y="6212291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7" name="Rectangle 3">
            <a:extLst>
              <a:ext uri="{FF2B5EF4-FFF2-40B4-BE49-F238E27FC236}">
                <a16:creationId xmlns:a16="http://schemas.microsoft.com/office/drawing/2014/main" id="{84C2E8EB-D505-973F-D643-24BA505D7E22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9F87DD8-3A63-4607-FDA8-0E47599ECA68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9" name="Rectangle 2">
            <a:extLst>
              <a:ext uri="{FF2B5EF4-FFF2-40B4-BE49-F238E27FC236}">
                <a16:creationId xmlns:a16="http://schemas.microsoft.com/office/drawing/2014/main" id="{E837F6FF-776E-6012-DC31-5AEBA218FBB1}"/>
              </a:ext>
            </a:extLst>
          </p:cNvPr>
          <p:cNvSpPr/>
          <p:nvPr/>
        </p:nvSpPr>
        <p:spPr>
          <a:xfrm>
            <a:off x="234547" y="6212291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0" name="Rechthoek">
            <a:extLst>
              <a:ext uri="{FF2B5EF4-FFF2-40B4-BE49-F238E27FC236}">
                <a16:creationId xmlns:a16="http://schemas.microsoft.com/office/drawing/2014/main" id="{27D704A6-198A-8536-E243-60B1BC23811B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hte verbindingslijn 6">
            <a:extLst>
              <a:ext uri="{FF2B5EF4-FFF2-40B4-BE49-F238E27FC236}">
                <a16:creationId xmlns:a16="http://schemas.microsoft.com/office/drawing/2014/main" id="{D0257108-F263-7DFB-1899-805FE75C4FA9}"/>
              </a:ext>
            </a:extLst>
          </p:cNvPr>
          <p:cNvSpPr/>
          <p:nvPr/>
        </p:nvSpPr>
        <p:spPr>
          <a:xfrm flipH="1">
            <a:off x="2836460" y="3794464"/>
            <a:ext cx="1" cy="1566863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2" name="TextBox 72">
            <a:extLst>
              <a:ext uri="{FF2B5EF4-FFF2-40B4-BE49-F238E27FC236}">
                <a16:creationId xmlns:a16="http://schemas.microsoft.com/office/drawing/2014/main" id="{EB623CCB-115C-2955-81A0-0C848F021779}"/>
              </a:ext>
            </a:extLst>
          </p:cNvPr>
          <p:cNvSpPr txBox="1"/>
          <p:nvPr/>
        </p:nvSpPr>
        <p:spPr>
          <a:xfrm>
            <a:off x="271713" y="4388558"/>
            <a:ext cx="3594889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</a:t>
            </a:r>
            <a:r>
              <a:rPr lang="en-US"/>
              <a:t>{{YEAR_2024/2025}}</a:t>
            </a:r>
            <a:endParaRPr lang="nl-NL"/>
          </a:p>
        </p:txBody>
      </p:sp>
      <p:sp>
        <p:nvSpPr>
          <p:cNvPr id="43" name="TextBox 72">
            <a:extLst>
              <a:ext uri="{FF2B5EF4-FFF2-40B4-BE49-F238E27FC236}">
                <a16:creationId xmlns:a16="http://schemas.microsoft.com/office/drawing/2014/main" id="{DC517647-AD78-96F8-7BD6-9C6940478F91}"/>
              </a:ext>
            </a:extLst>
          </p:cNvPr>
          <p:cNvSpPr txBox="1"/>
          <p:nvPr/>
        </p:nvSpPr>
        <p:spPr>
          <a:xfrm>
            <a:off x="271713" y="4716249"/>
            <a:ext cx="398242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</a:t>
            </a:r>
            <a:r>
              <a:rPr lang="en-US"/>
              <a:t>{{YEAR_2023/2024}}</a:t>
            </a:r>
            <a:endParaRPr lang="nl-NL"/>
          </a:p>
        </p:txBody>
      </p:sp>
      <p:sp>
        <p:nvSpPr>
          <p:cNvPr id="44" name="TextBox 72">
            <a:extLst>
              <a:ext uri="{FF2B5EF4-FFF2-40B4-BE49-F238E27FC236}">
                <a16:creationId xmlns:a16="http://schemas.microsoft.com/office/drawing/2014/main" id="{662428CB-5362-CD14-C329-75D152EEE777}"/>
              </a:ext>
            </a:extLst>
          </p:cNvPr>
          <p:cNvSpPr txBox="1"/>
          <p:nvPr/>
        </p:nvSpPr>
        <p:spPr>
          <a:xfrm>
            <a:off x="271713" y="5028809"/>
            <a:ext cx="3780895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{{CLUB_2022/2023}} </a:t>
            </a:r>
            <a:r>
              <a:rPr lang="en-US"/>
              <a:t>{{YEAR_2022/2023}}</a:t>
            </a:r>
            <a:endParaRPr lang="nl-NL"/>
          </a:p>
        </p:txBody>
      </p:sp>
      <p:pic>
        <p:nvPicPr>
          <p:cNvPr id="45" name="Afbeelding 47" descr="Afbeelding 47">
            <a:extLst>
              <a:ext uri="{FF2B5EF4-FFF2-40B4-BE49-F238E27FC236}">
                <a16:creationId xmlns:a16="http://schemas.microsoft.com/office/drawing/2014/main" id="{0901BABD-A966-76FB-BE29-3017A50273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TextBox 73">
            <a:extLst>
              <a:ext uri="{FF2B5EF4-FFF2-40B4-BE49-F238E27FC236}">
                <a16:creationId xmlns:a16="http://schemas.microsoft.com/office/drawing/2014/main" id="{12C70677-0343-916F-1AAA-1BB061E6EB75}"/>
              </a:ext>
            </a:extLst>
          </p:cNvPr>
          <p:cNvSpPr txBox="1"/>
          <p:nvPr/>
        </p:nvSpPr>
        <p:spPr>
          <a:xfrm>
            <a:off x="3194210" y="4388558"/>
            <a:ext cx="75597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{{G24/25}}</a:t>
            </a:r>
            <a:endParaRPr/>
          </a:p>
        </p:txBody>
      </p:sp>
      <p:sp>
        <p:nvSpPr>
          <p:cNvPr id="47" name="TextBox 74">
            <a:extLst>
              <a:ext uri="{FF2B5EF4-FFF2-40B4-BE49-F238E27FC236}">
                <a16:creationId xmlns:a16="http://schemas.microsoft.com/office/drawing/2014/main" id="{E41D8A56-70A8-B688-91C6-CE9EA708F09C}"/>
              </a:ext>
            </a:extLst>
          </p:cNvPr>
          <p:cNvSpPr txBox="1"/>
          <p:nvPr/>
        </p:nvSpPr>
        <p:spPr>
          <a:xfrm>
            <a:off x="4088180" y="4388558"/>
            <a:ext cx="789636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{{M24/25}}</a:t>
            </a:r>
          </a:p>
        </p:txBody>
      </p:sp>
      <p:sp>
        <p:nvSpPr>
          <p:cNvPr id="48" name="TextBox 75">
            <a:extLst>
              <a:ext uri="{FF2B5EF4-FFF2-40B4-BE49-F238E27FC236}">
                <a16:creationId xmlns:a16="http://schemas.microsoft.com/office/drawing/2014/main" id="{D4A17647-D948-3C15-C132-27B6F298163A}"/>
              </a:ext>
            </a:extLst>
          </p:cNvPr>
          <p:cNvSpPr txBox="1"/>
          <p:nvPr/>
        </p:nvSpPr>
        <p:spPr>
          <a:xfrm>
            <a:off x="5022115" y="4388558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{{GO24/25}}</a:t>
            </a:r>
          </a:p>
          <a:p>
            <a:endParaRPr/>
          </a:p>
        </p:txBody>
      </p:sp>
      <p:sp>
        <p:nvSpPr>
          <p:cNvPr id="49" name="TextBox 76">
            <a:extLst>
              <a:ext uri="{FF2B5EF4-FFF2-40B4-BE49-F238E27FC236}">
                <a16:creationId xmlns:a16="http://schemas.microsoft.com/office/drawing/2014/main" id="{CB914D85-84E6-9929-5499-F0909B21DC08}"/>
              </a:ext>
            </a:extLst>
          </p:cNvPr>
          <p:cNvSpPr txBox="1"/>
          <p:nvPr/>
        </p:nvSpPr>
        <p:spPr>
          <a:xfrm>
            <a:off x="5956623" y="4388558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{{A24/25}}</a:t>
            </a:r>
          </a:p>
          <a:p>
            <a:endParaRPr/>
          </a:p>
        </p:txBody>
      </p:sp>
      <p:sp>
        <p:nvSpPr>
          <p:cNvPr id="8" name="TextBox 73">
            <a:extLst>
              <a:ext uri="{FF2B5EF4-FFF2-40B4-BE49-F238E27FC236}">
                <a16:creationId xmlns:a16="http://schemas.microsoft.com/office/drawing/2014/main" id="{EE4DFA15-140D-5324-EF7F-267E24793F0D}"/>
              </a:ext>
            </a:extLst>
          </p:cNvPr>
          <p:cNvSpPr txBox="1"/>
          <p:nvPr/>
        </p:nvSpPr>
        <p:spPr>
          <a:xfrm>
            <a:off x="3194211" y="4731221"/>
            <a:ext cx="755972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{{G23/24}}</a:t>
            </a:r>
            <a:endParaRPr/>
          </a:p>
        </p:txBody>
      </p:sp>
      <p:sp>
        <p:nvSpPr>
          <p:cNvPr id="50" name="TextBox 74">
            <a:extLst>
              <a:ext uri="{FF2B5EF4-FFF2-40B4-BE49-F238E27FC236}">
                <a16:creationId xmlns:a16="http://schemas.microsoft.com/office/drawing/2014/main" id="{A0E91244-80FD-6882-2A3B-05C8664F650F}"/>
              </a:ext>
            </a:extLst>
          </p:cNvPr>
          <p:cNvSpPr txBox="1"/>
          <p:nvPr/>
        </p:nvSpPr>
        <p:spPr>
          <a:xfrm>
            <a:off x="4088180" y="4731221"/>
            <a:ext cx="789636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{{M23/24}}</a:t>
            </a:r>
          </a:p>
        </p:txBody>
      </p:sp>
      <p:sp>
        <p:nvSpPr>
          <p:cNvPr id="51" name="TextBox 75">
            <a:extLst>
              <a:ext uri="{FF2B5EF4-FFF2-40B4-BE49-F238E27FC236}">
                <a16:creationId xmlns:a16="http://schemas.microsoft.com/office/drawing/2014/main" id="{A77442C7-D300-300F-2C34-4E0FDA5A6142}"/>
              </a:ext>
            </a:extLst>
          </p:cNvPr>
          <p:cNvSpPr txBox="1"/>
          <p:nvPr/>
        </p:nvSpPr>
        <p:spPr>
          <a:xfrm>
            <a:off x="5022115" y="4731221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{{GO23/24}}</a:t>
            </a:r>
          </a:p>
          <a:p>
            <a:endParaRPr/>
          </a:p>
        </p:txBody>
      </p:sp>
      <p:sp>
        <p:nvSpPr>
          <p:cNvPr id="52" name="TextBox 76">
            <a:extLst>
              <a:ext uri="{FF2B5EF4-FFF2-40B4-BE49-F238E27FC236}">
                <a16:creationId xmlns:a16="http://schemas.microsoft.com/office/drawing/2014/main" id="{A51CF09E-E611-D2E4-A8B1-525C07E9D3F7}"/>
              </a:ext>
            </a:extLst>
          </p:cNvPr>
          <p:cNvSpPr txBox="1"/>
          <p:nvPr/>
        </p:nvSpPr>
        <p:spPr>
          <a:xfrm>
            <a:off x="5956623" y="4731221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{{A23/24}}</a:t>
            </a:r>
          </a:p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73883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73883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173</Words>
  <Application>Microsoft Office PowerPoint</Application>
  <PresentationFormat>A4 Paper (210x297 mm)</PresentationFormat>
  <Paragraphs>67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5</cp:revision>
  <dcterms:modified xsi:type="dcterms:W3CDTF">2026-02-13T12:00:00Z</dcterms:modified>
</cp:coreProperties>
</file>