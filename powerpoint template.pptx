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300" d="100"/>
          <a:sy n="300" d="100"/>
        </p:scale>
        <p:origin x="-363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19" y="1569600"/>
            <a:ext cx="1318629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092080" y="2549964"/>
            <a:ext cx="1621596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226600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20" y="5115016"/>
            <a:ext cx="227081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 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1780937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035808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9714" y="6196418"/>
            <a:ext cx="3099816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236197" y="6212291"/>
            <a:ext cx="3035810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3542112" y="6200939"/>
            <a:ext cx="3099935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" name="Rechte verbindingslijn 6">
            <a:extLst>
              <a:ext uri="{FF2B5EF4-FFF2-40B4-BE49-F238E27FC236}">
                <a16:creationId xmlns:a16="http://schemas.microsoft.com/office/drawing/2014/main" id="{BB3921B5-1062-934A-9741-17E6263E6886}"/>
              </a:ext>
            </a:extLst>
          </p:cNvPr>
          <p:cNvSpPr/>
          <p:nvPr/>
        </p:nvSpPr>
        <p:spPr>
          <a:xfrm>
            <a:off x="342219" y="4521891"/>
            <a:ext cx="6173562" cy="1"/>
          </a:xfrm>
          <a:prstGeom prst="line">
            <a:avLst/>
          </a:prstGeom>
          <a:ln w="1270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" name="Rechthoek">
            <a:extLst>
              <a:ext uri="{FF2B5EF4-FFF2-40B4-BE49-F238E27FC236}">
                <a16:creationId xmlns:a16="http://schemas.microsoft.com/office/drawing/2014/main" id="{5DC59128-3946-7A3C-5BF2-3C0AC5E116AC}"/>
              </a:ext>
            </a:extLst>
          </p:cNvPr>
          <p:cNvSpPr/>
          <p:nvPr/>
        </p:nvSpPr>
        <p:spPr>
          <a:xfrm>
            <a:off x="5144150" y="195044"/>
            <a:ext cx="1036640" cy="1566864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1505</TotalTime>
  <Words>144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23</cp:revision>
  <dcterms:modified xsi:type="dcterms:W3CDTF">2026-02-11T11:01:43Z</dcterms:modified>
</cp:coreProperties>
</file>